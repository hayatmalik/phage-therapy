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y="5143500" cx="9144000"/>
  <p:notesSz cx="6858000" cy="9144000"/>
  <p:embeddedFontLst>
    <p:embeddedFont>
      <p:font typeface="Oswald ExtraLight"/>
      <p:regular r:id="rId17"/>
      <p:bold r:id="rId18"/>
    </p:embeddedFont>
    <p:embeddedFont>
      <p:font typeface="Roboto Slab"/>
      <p:regular r:id="rId19"/>
      <p:bold r:id="rId20"/>
    </p:embeddedFont>
    <p:embeddedFont>
      <p:font typeface="Roboto"/>
      <p:regular r:id="rId21"/>
      <p:bold r:id="rId22"/>
      <p:italic r:id="rId23"/>
      <p:boldItalic r:id="rId24"/>
    </p:embeddedFont>
    <p:embeddedFont>
      <p:font typeface="Assistant"/>
      <p:regular r:id="rId25"/>
      <p:bold r:id="rId26"/>
    </p:embeddedFont>
    <p:embeddedFont>
      <p:font typeface="Epilogue"/>
      <p:regular r:id="rId27"/>
      <p:bold r:id="rId28"/>
      <p:italic r:id="rId29"/>
      <p:boldItalic r:id="rId30"/>
    </p:embeddedFont>
    <p:embeddedFont>
      <p:font typeface="Oswald"/>
      <p:regular r:id="rId31"/>
      <p:bold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613179F-42A8-4CB6-B557-25025BBA8E72}">
  <a:tblStyle styleId="{A613179F-42A8-4CB6-B557-25025BBA8E7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Slab-bold.fntdata"/><Relationship Id="rId22" Type="http://schemas.openxmlformats.org/officeDocument/2006/relationships/font" Target="fonts/Roboto-bold.fntdata"/><Relationship Id="rId21" Type="http://schemas.openxmlformats.org/officeDocument/2006/relationships/font" Target="fonts/Roboto-regular.fntdata"/><Relationship Id="rId24" Type="http://schemas.openxmlformats.org/officeDocument/2006/relationships/font" Target="fonts/Roboto-boldItalic.fntdata"/><Relationship Id="rId23" Type="http://schemas.openxmlformats.org/officeDocument/2006/relationships/font" Target="fonts/Roboto-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Assistant-bold.fntdata"/><Relationship Id="rId25" Type="http://schemas.openxmlformats.org/officeDocument/2006/relationships/font" Target="fonts/Assistant-regular.fntdata"/><Relationship Id="rId28" Type="http://schemas.openxmlformats.org/officeDocument/2006/relationships/font" Target="fonts/Epilogue-bold.fntdata"/><Relationship Id="rId27" Type="http://schemas.openxmlformats.org/officeDocument/2006/relationships/font" Target="fonts/Epilogue-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Epilogue-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Oswald-regular.fntdata"/><Relationship Id="rId30" Type="http://schemas.openxmlformats.org/officeDocument/2006/relationships/font" Target="fonts/Epilogue-boldItalic.fntdata"/><Relationship Id="rId11" Type="http://schemas.openxmlformats.org/officeDocument/2006/relationships/slide" Target="slides/slide5.xml"/><Relationship Id="rId10" Type="http://schemas.openxmlformats.org/officeDocument/2006/relationships/slide" Target="slides/slide4.xml"/><Relationship Id="rId32" Type="http://schemas.openxmlformats.org/officeDocument/2006/relationships/font" Target="fonts/Oswald-bold.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OswaldExtraLight-regular.fntdata"/><Relationship Id="rId16" Type="http://schemas.openxmlformats.org/officeDocument/2006/relationships/slide" Target="slides/slide10.xml"/><Relationship Id="rId19" Type="http://schemas.openxmlformats.org/officeDocument/2006/relationships/font" Target="fonts/RobotoSlab-regular.fntdata"/><Relationship Id="rId18" Type="http://schemas.openxmlformats.org/officeDocument/2006/relationships/font" Target="fonts/OswaldExtraLight-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26bdffd563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26bdffd563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26bdffd5633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26bdffd563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Antibiotic overuse -&gt; leads to antibiotic resistance. </a:t>
            </a:r>
            <a:endParaRPr/>
          </a:p>
          <a:p>
            <a:pPr indent="0" lvl="0" marL="0" rtl="0" algn="l">
              <a:spcBef>
                <a:spcPts val="0"/>
              </a:spcBef>
              <a:spcAft>
                <a:spcPts val="0"/>
              </a:spcAft>
              <a:buNone/>
            </a:pPr>
            <a:r>
              <a:rPr lang="en"/>
              <a:t>Developing new antibiotics is very costly and time inefficient - the rate at which they can evolve is very rapid </a:t>
            </a:r>
            <a:endParaRPr/>
          </a:p>
          <a:p>
            <a:pPr indent="0" lvl="0" marL="0" rtl="0" algn="l">
              <a:spcBef>
                <a:spcPts val="0"/>
              </a:spcBef>
              <a:spcAft>
                <a:spcPts val="0"/>
              </a:spcAft>
              <a:buNone/>
            </a:pPr>
            <a:r>
              <a:rPr lang="en"/>
              <a:t>This is why there is a need for phage therapy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What is phage therapy</a:t>
            </a:r>
            <a:endParaRPr/>
          </a:p>
          <a:p>
            <a:pPr indent="0" lvl="0" marL="0" rtl="0" algn="l">
              <a:spcBef>
                <a:spcPts val="0"/>
              </a:spcBef>
              <a:spcAft>
                <a:spcPts val="0"/>
              </a:spcAft>
              <a:buNone/>
            </a:pPr>
            <a:r>
              <a:rPr lang="en"/>
              <a:t>Its using the lytic properties of phages for treating bacterial infections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succes of phage therapy is all dependent on correct matching between the phage and host - they are very specific in their binding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Previously it was through experimental, thats time consuming and labor intensive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Sequence </a:t>
            </a:r>
            <a:r>
              <a:rPr lang="en"/>
              <a:t>alignment</a:t>
            </a:r>
            <a:r>
              <a:rPr lang="en"/>
              <a:t> tool, genomic data and protein information and then we can machine learning for making predictions.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26bdffd5633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26bdffd5633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 positive interactions we create a list of confirmed pairings using accession codes of both phages and hosts.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From here we can use the </a:t>
            </a:r>
            <a:r>
              <a:rPr lang="en">
                <a:solidFill>
                  <a:schemeClr val="dk1"/>
                </a:solidFill>
              </a:rPr>
              <a:t>NCBI Entrez API to grab </a:t>
            </a:r>
            <a:r>
              <a:rPr lang="en"/>
              <a:t>genomes from these accession codes. This returns all sorts of information, most importantly the proteins and their primary structures. Side note, getting these genomes was an absolute PAIN. With about 3700 accession codes it took three hours to get all the genomes. The first run through, I made it an hour before I got hit with errors caused by edge cases.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Anyways, the information can be filtered, and we retrieve protein primary structures, </a:t>
            </a:r>
            <a:r>
              <a:rPr lang="en">
                <a:solidFill>
                  <a:schemeClr val="dk1"/>
                </a:solidFill>
              </a:rPr>
              <a:t>excluding hypothetical and unnamed proteins under a certain length, and use that information to generate features.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To avoid redundancy in database queries (again, time consuming), these obtained features were stored with accession codes for later use.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Afterwards we use the positive and negative interaction pairs, grabbing the features for both and combining them together to form a data point.</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26bdffd5633_0_2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26bdffd5633_0_2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Pairing is dependent on protein-protein interactions between virus </a:t>
            </a:r>
            <a:r>
              <a:rPr lang="en"/>
              <a:t>surface</a:t>
            </a:r>
            <a:r>
              <a:rPr lang="en"/>
              <a:t> </a:t>
            </a:r>
            <a:r>
              <a:rPr lang="en"/>
              <a:t>protein</a:t>
            </a:r>
            <a:r>
              <a:rPr lang="en"/>
              <a:t> and host receptor proteins, so it’s reasonable to conclude that the proteins of these phages and hosts should be used to generate features for machine learning.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seems fairly straightforward however the number of proteins and annotations for those proteins are wildly inconsistent. Some genomes may have a protein for receptors while the other does not, and this variation can make it hard to format genomic information in a way that’s usable for machine learning.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solution is to generalize the characteristics of all non-hypothetical proteins in a genome by using the primary structures of every protein.</a:t>
            </a:r>
            <a:endParaRPr/>
          </a:p>
          <a:p>
            <a:pPr indent="0" lvl="0" marL="0" rtl="0" algn="l">
              <a:spcBef>
                <a:spcPts val="0"/>
              </a:spcBef>
              <a:spcAft>
                <a:spcPts val="0"/>
              </a:spcAft>
              <a:buNone/>
            </a:pPr>
            <a:r>
              <a:rPr lang="en"/>
              <a:t>This means taking characteristics like amino acid count, elemental composition, and molecular weight of each protein in a genome, and finding the average, standard deviation, and variance. This means we can have a consistent number of features regardless of genome size, and also helps by giving more numbers for the model to crunch.</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26bdffd5633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26bdffd5633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One of the challenges that exists in this problem is the absence of confirmed negative interaction data of phages and hosts. In an ideal scenario, we would have experimentally verified pairs of phage and hosts that were known to not interact with each other. However, no such data is </a:t>
            </a:r>
            <a:r>
              <a:rPr lang="en"/>
              <a:t>available</a:t>
            </a:r>
            <a:r>
              <a:rPr lang="en"/>
              <a:t> publicly.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Hence, to create a negative interaction pair database we first put together all phages and hosts in our list that did not</a:t>
            </a:r>
            <a:endParaRPr/>
          </a:p>
          <a:p>
            <a:pPr indent="0" lvl="0" marL="0" rtl="0" algn="l">
              <a:spcBef>
                <a:spcPts val="0"/>
              </a:spcBef>
              <a:spcAft>
                <a:spcPts val="0"/>
              </a:spcAft>
              <a:buNone/>
            </a:pPr>
            <a:r>
              <a:rPr lang="en"/>
              <a:t>have positive interactions. We then utilize K means Clustering algorithm to construct a balanced dataset of reliable negative data.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first step was to process the data by removing missing values and normalizing the data using</a:t>
            </a:r>
            <a:endParaRPr/>
          </a:p>
          <a:p>
            <a:pPr indent="0" lvl="0" marL="0" rtl="0" algn="l">
              <a:spcBef>
                <a:spcPts val="0"/>
              </a:spcBef>
              <a:spcAft>
                <a:spcPts val="0"/>
              </a:spcAft>
              <a:buNone/>
            </a:pPr>
            <a:r>
              <a:rPr lang="en"/>
              <a:t>minimum maximum scalar normalization.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use the elbow method to find the optimum value of k for our K-means</a:t>
            </a:r>
            <a:endParaRPr/>
          </a:p>
          <a:p>
            <a:pPr indent="0" lvl="0" marL="0" rtl="0" algn="l">
              <a:spcBef>
                <a:spcPts val="0"/>
              </a:spcBef>
              <a:spcAft>
                <a:spcPts val="0"/>
              </a:spcAft>
              <a:buNone/>
            </a:pPr>
            <a:r>
              <a:rPr lang="en"/>
              <a:t>clustering algorithm. We choose a range of values (in our case, 1 to 20) for the potential number of clusters (k) and run</a:t>
            </a:r>
            <a:endParaRPr/>
          </a:p>
          <a:p>
            <a:pPr indent="0" lvl="0" marL="0" rtl="0" algn="l">
              <a:spcBef>
                <a:spcPts val="0"/>
              </a:spcBef>
              <a:spcAft>
                <a:spcPts val="0"/>
              </a:spcAft>
              <a:buNone/>
            </a:pPr>
            <a:r>
              <a:rPr lang="en"/>
              <a:t>the clustering algorithm for each. For each result, we compute the within cluster sum of squared distance (WCSS) which</a:t>
            </a:r>
            <a:endParaRPr/>
          </a:p>
          <a:p>
            <a:pPr indent="0" lvl="0" marL="0" rtl="0" algn="l">
              <a:spcBef>
                <a:spcPts val="0"/>
              </a:spcBef>
              <a:spcAft>
                <a:spcPts val="0"/>
              </a:spcAft>
              <a:buNone/>
            </a:pPr>
            <a:r>
              <a:rPr lang="en"/>
              <a:t>is the sum of the squared distances between each data point and its assigned centroid within each cluster. This measures the compactness of the cluster.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plot the number of clusters with the respective WCSS values [shown in</a:t>
            </a:r>
            <a:endParaRPr/>
          </a:p>
          <a:p>
            <a:pPr indent="0" lvl="0" marL="0" rtl="0" algn="l">
              <a:spcBef>
                <a:spcPts val="0"/>
              </a:spcBef>
              <a:spcAft>
                <a:spcPts val="0"/>
              </a:spcAft>
              <a:buNone/>
            </a:pPr>
            <a:r>
              <a:rPr lang="en"/>
              <a:t>Figure 2] to see that the rate of decrease in WCSS slows down significantly. Looking at the plot, we identify the point</a:t>
            </a:r>
            <a:endParaRPr/>
          </a:p>
          <a:p>
            <a:pPr indent="0" lvl="0" marL="0" rtl="0" algn="l">
              <a:spcBef>
                <a:spcPts val="0"/>
              </a:spcBef>
              <a:spcAft>
                <a:spcPts val="0"/>
              </a:spcAft>
              <a:buNone/>
            </a:pPr>
            <a:r>
              <a:rPr lang="en"/>
              <a:t>where adding more clusters does not significantly improve the model’s clustering quality, in this case we picked k=7</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26bdffd5633_0_2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26bdffd5633_0_2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With our optimum value of k, we cluster the negative dataset to obtain the optimum clusters.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To ensure coverage of the entire negative dataset, we select representatives from each of the clusters as the points closest to the centroids.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Plus, to ensure we capture the variability of the dataset, the number of points chosen from each cluster are proportionate to the size of the cluster. This ensures that our representative set captures the diversity and distribution of the negative dataset.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Finally, we calculate the dissimilarity or distance between each selected representative with the positive instances in</a:t>
            </a:r>
            <a:endParaRPr/>
          </a:p>
          <a:p>
            <a:pPr indent="0" lvl="0" marL="0" rtl="0" algn="l">
              <a:spcBef>
                <a:spcPts val="0"/>
              </a:spcBef>
              <a:spcAft>
                <a:spcPts val="0"/>
              </a:spcAft>
              <a:buClr>
                <a:schemeClr val="dk1"/>
              </a:buClr>
              <a:buSzPts val="1100"/>
              <a:buFont typeface="Arial"/>
              <a:buNone/>
            </a:pPr>
            <a:r>
              <a:rPr lang="en"/>
              <a:t>our positive interaction dataset. We choose the negative instances that are ranked highest in terms of dissimilarity to</a:t>
            </a:r>
            <a:endParaRPr/>
          </a:p>
          <a:p>
            <a:pPr indent="0" lvl="0" marL="0" rtl="0" algn="l">
              <a:spcBef>
                <a:spcPts val="0"/>
              </a:spcBef>
              <a:spcAft>
                <a:spcPts val="0"/>
              </a:spcAft>
              <a:buNone/>
            </a:pPr>
            <a:r>
              <a:rPr lang="en"/>
              <a:t>the positive instances as these are the ones most likely to be negative interactions.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number of points selected was consistent to the size of our positive interaction dataset to ensure a balanced dataset.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t>In this way, we constructed a highly reliable negative interaction dataset that is representative of our data and consistent in length to our positive</a:t>
            </a:r>
            <a:endParaRPr/>
          </a:p>
          <a:p>
            <a:pPr indent="0" lvl="0" marL="0" rtl="0" algn="l">
              <a:spcBef>
                <a:spcPts val="0"/>
              </a:spcBef>
              <a:spcAft>
                <a:spcPts val="0"/>
              </a:spcAft>
              <a:buClr>
                <a:schemeClr val="dk1"/>
              </a:buClr>
              <a:buSzPts val="1100"/>
              <a:buFont typeface="Arial"/>
              <a:buNone/>
            </a:pPr>
            <a:r>
              <a:rPr lang="en"/>
              <a:t>samples.</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26bdffd5633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26bdffd5633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26bdffd5633_0_3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26bdffd5633_0_3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Random Forest is an ensemble learning method that combines multiple decision trees to make predictions. For our</a:t>
            </a:r>
            <a:endParaRPr/>
          </a:p>
          <a:p>
            <a:pPr indent="0" lvl="0" marL="0" rtl="0" algn="l">
              <a:spcBef>
                <a:spcPts val="0"/>
              </a:spcBef>
              <a:spcAft>
                <a:spcPts val="0"/>
              </a:spcAft>
              <a:buNone/>
            </a:pPr>
            <a:r>
              <a:rPr lang="en"/>
              <a:t>Random Forest Classifier, we utilized Random Search method to tune the hyperparameters such as the number of</a:t>
            </a:r>
            <a:endParaRPr/>
          </a:p>
          <a:p>
            <a:pPr indent="0" lvl="0" marL="0" rtl="0" algn="l">
              <a:spcBef>
                <a:spcPts val="0"/>
              </a:spcBef>
              <a:spcAft>
                <a:spcPts val="0"/>
              </a:spcAft>
              <a:buNone/>
            </a:pPr>
            <a:r>
              <a:rPr lang="en"/>
              <a:t>estimators (between 100 to 400) and the maximum depth (between 1 to 30) using cross validation to obtain the best</a:t>
            </a:r>
            <a:endParaRPr/>
          </a:p>
          <a:p>
            <a:pPr indent="0" lvl="0" marL="0" rtl="0" algn="l">
              <a:spcBef>
                <a:spcPts val="0"/>
              </a:spcBef>
              <a:spcAft>
                <a:spcPts val="0"/>
              </a:spcAft>
              <a:buNone/>
            </a:pPr>
            <a:r>
              <a:rPr lang="en"/>
              <a:t>parameters for our model.</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t>T</a:t>
            </a:r>
            <a:r>
              <a:rPr lang="en"/>
              <a:t>he K-nearest neighbour method bases its predictions on the similarity of each case (i.e., interaction) with its k</a:t>
            </a:r>
            <a:endParaRPr/>
          </a:p>
          <a:p>
            <a:pPr indent="0" lvl="0" marL="0" rtl="0" algn="l">
              <a:spcBef>
                <a:spcPts val="0"/>
              </a:spcBef>
              <a:spcAft>
                <a:spcPts val="0"/>
              </a:spcAft>
              <a:buNone/>
            </a:pPr>
            <a:r>
              <a:rPr lang="en"/>
              <a:t>closest neighbors. Hence, its performance is impacted greatly by the choice of the hyperparameter ’k’ in determining</a:t>
            </a:r>
            <a:endParaRPr/>
          </a:p>
          <a:p>
            <a:pPr indent="0" lvl="0" marL="0" rtl="0" algn="l">
              <a:spcBef>
                <a:spcPts val="0"/>
              </a:spcBef>
              <a:spcAft>
                <a:spcPts val="0"/>
              </a:spcAft>
              <a:buNone/>
            </a:pPr>
            <a:r>
              <a:rPr lang="en"/>
              <a:t>the label. To select a value of our k, we chose a range of values between 2 and 30 and explored the classifier for each</a:t>
            </a:r>
            <a:endParaRPr/>
          </a:p>
          <a:p>
            <a:pPr indent="0" lvl="0" marL="0" rtl="0" algn="l">
              <a:spcBef>
                <a:spcPts val="0"/>
              </a:spcBef>
              <a:spcAft>
                <a:spcPts val="0"/>
              </a:spcAft>
              <a:buNone/>
            </a:pPr>
            <a:r>
              <a:rPr lang="en"/>
              <a:t>value of k. The optimum value of k (in our case k=3) was selected and validated with the validation dataset.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26bdffd5633_0_2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26bdffd5633_0_2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26be2bfb4d5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26be2bfb4d5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1.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1.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4.png"/><Relationship Id="rId5"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image" Target="../media/image8.png"/><Relationship Id="rId5"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1E1735"/>
            </a:gs>
            <a:gs pos="100000">
              <a:srgbClr val="443273"/>
            </a:gs>
          </a:gsLst>
          <a:lin ang="13500032" scaled="0"/>
        </a:grad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1152750"/>
            <a:ext cx="8309100" cy="2001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1100"/>
              <a:buNone/>
            </a:pPr>
            <a:r>
              <a:rPr b="1" lang="en" sz="3500">
                <a:solidFill>
                  <a:srgbClr val="00BACC"/>
                </a:solidFill>
                <a:latin typeface="Roboto"/>
                <a:ea typeface="Roboto"/>
                <a:cs typeface="Roboto"/>
                <a:sym typeface="Roboto"/>
              </a:rPr>
              <a:t>Exploring Machine Learning Models for </a:t>
            </a:r>
            <a:endParaRPr b="1" sz="3500">
              <a:solidFill>
                <a:srgbClr val="00BACC"/>
              </a:solidFill>
              <a:latin typeface="Roboto"/>
              <a:ea typeface="Roboto"/>
              <a:cs typeface="Roboto"/>
              <a:sym typeface="Roboto"/>
            </a:endParaRPr>
          </a:p>
          <a:p>
            <a:pPr indent="0" lvl="0" marL="0" rtl="0" algn="ctr">
              <a:spcBef>
                <a:spcPts val="0"/>
              </a:spcBef>
              <a:spcAft>
                <a:spcPts val="0"/>
              </a:spcAft>
              <a:buSzPts val="1100"/>
              <a:buNone/>
            </a:pPr>
            <a:r>
              <a:rPr b="1" lang="en" sz="3500">
                <a:solidFill>
                  <a:srgbClr val="00BACC"/>
                </a:solidFill>
                <a:latin typeface="Roboto"/>
                <a:ea typeface="Roboto"/>
                <a:cs typeface="Roboto"/>
                <a:sym typeface="Roboto"/>
              </a:rPr>
              <a:t>predicting </a:t>
            </a:r>
            <a:r>
              <a:rPr b="1" lang="en" sz="3500">
                <a:solidFill>
                  <a:srgbClr val="E6EDF3"/>
                </a:solidFill>
                <a:latin typeface="Roboto"/>
                <a:ea typeface="Roboto"/>
                <a:cs typeface="Roboto"/>
                <a:sym typeface="Roboto"/>
              </a:rPr>
              <a:t>Phage-Host Interactions</a:t>
            </a:r>
            <a:r>
              <a:rPr b="1" lang="en" sz="3500">
                <a:solidFill>
                  <a:srgbClr val="00BACC"/>
                </a:solidFill>
                <a:latin typeface="Roboto"/>
                <a:ea typeface="Roboto"/>
                <a:cs typeface="Roboto"/>
                <a:sym typeface="Roboto"/>
              </a:rPr>
              <a:t> for </a:t>
            </a:r>
            <a:endParaRPr b="1" sz="3500">
              <a:solidFill>
                <a:srgbClr val="00BACC"/>
              </a:solidFill>
              <a:latin typeface="Roboto"/>
              <a:ea typeface="Roboto"/>
              <a:cs typeface="Roboto"/>
              <a:sym typeface="Roboto"/>
            </a:endParaRPr>
          </a:p>
          <a:p>
            <a:pPr indent="0" lvl="0" marL="0" rtl="0" algn="ctr">
              <a:spcBef>
                <a:spcPts val="0"/>
              </a:spcBef>
              <a:spcAft>
                <a:spcPts val="0"/>
              </a:spcAft>
              <a:buClr>
                <a:schemeClr val="dk1"/>
              </a:buClr>
              <a:buSzPts val="1100"/>
              <a:buFont typeface="Arial"/>
              <a:buNone/>
            </a:pPr>
            <a:r>
              <a:rPr b="1" lang="en" sz="3500">
                <a:solidFill>
                  <a:srgbClr val="00BACC"/>
                </a:solidFill>
                <a:latin typeface="Roboto"/>
                <a:ea typeface="Roboto"/>
                <a:cs typeface="Roboto"/>
                <a:sym typeface="Roboto"/>
              </a:rPr>
              <a:t>Phage Therapy</a:t>
            </a:r>
            <a:endParaRPr b="1" sz="3500">
              <a:solidFill>
                <a:srgbClr val="00BACC"/>
              </a:solidFill>
              <a:latin typeface="Roboto"/>
              <a:ea typeface="Roboto"/>
              <a:cs typeface="Roboto"/>
              <a:sym typeface="Roboto"/>
            </a:endParaRPr>
          </a:p>
          <a:p>
            <a:pPr indent="0" lvl="0" marL="0" rtl="0" algn="ctr">
              <a:spcBef>
                <a:spcPts val="0"/>
              </a:spcBef>
              <a:spcAft>
                <a:spcPts val="0"/>
              </a:spcAft>
              <a:buSzPts val="990"/>
              <a:buNone/>
            </a:pPr>
            <a:r>
              <a:t/>
            </a:r>
            <a:endParaRPr sz="2500">
              <a:solidFill>
                <a:schemeClr val="lt1"/>
              </a:solidFill>
              <a:latin typeface="Roboto"/>
              <a:ea typeface="Roboto"/>
              <a:cs typeface="Roboto"/>
              <a:sym typeface="Roboto"/>
            </a:endParaRPr>
          </a:p>
        </p:txBody>
      </p:sp>
      <p:sp>
        <p:nvSpPr>
          <p:cNvPr id="55" name="Google Shape;55;p13"/>
          <p:cNvSpPr txBox="1"/>
          <p:nvPr>
            <p:ph idx="1" type="subTitle"/>
          </p:nvPr>
        </p:nvSpPr>
        <p:spPr>
          <a:xfrm>
            <a:off x="-145500" y="3394691"/>
            <a:ext cx="8520600" cy="1037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605"/>
              <a:buFont typeface="Arial"/>
              <a:buNone/>
            </a:pPr>
            <a:r>
              <a:rPr lang="en" sz="2040">
                <a:solidFill>
                  <a:srgbClr val="00BACC"/>
                </a:solidFill>
                <a:latin typeface="Oswald"/>
                <a:ea typeface="Oswald"/>
                <a:cs typeface="Oswald"/>
                <a:sym typeface="Oswald"/>
              </a:rPr>
              <a:t>	</a:t>
            </a:r>
            <a:r>
              <a:rPr lang="en" sz="2040">
                <a:solidFill>
                  <a:srgbClr val="00BACC"/>
                </a:solidFill>
                <a:latin typeface="Oswald"/>
                <a:ea typeface="Oswald"/>
                <a:cs typeface="Oswald"/>
                <a:sym typeface="Oswald"/>
              </a:rPr>
              <a:t>Ryan Nguyen</a:t>
            </a:r>
            <a:r>
              <a:rPr lang="en" sz="2040">
                <a:solidFill>
                  <a:srgbClr val="00BACC"/>
                </a:solidFill>
                <a:latin typeface="Oswald"/>
                <a:ea typeface="Oswald"/>
                <a:cs typeface="Oswald"/>
                <a:sym typeface="Oswald"/>
              </a:rPr>
              <a:t>	</a:t>
            </a:r>
            <a:r>
              <a:rPr lang="en" sz="2040">
                <a:solidFill>
                  <a:srgbClr val="00BACC"/>
                </a:solidFill>
                <a:latin typeface="Oswald"/>
                <a:ea typeface="Oswald"/>
                <a:cs typeface="Oswald"/>
                <a:sym typeface="Oswald"/>
              </a:rPr>
              <a:t>|	Hayat Awais Malik 	   |	Gia Hagos</a:t>
            </a:r>
            <a:endParaRPr sz="2040">
              <a:solidFill>
                <a:srgbClr val="00BACC"/>
              </a:solidFill>
              <a:latin typeface="Oswald"/>
              <a:ea typeface="Oswald"/>
              <a:cs typeface="Oswald"/>
              <a:sym typeface="Oswald"/>
            </a:endParaRPr>
          </a:p>
          <a:p>
            <a:pPr indent="0" lvl="0" marL="0" rtl="0" algn="ctr">
              <a:spcBef>
                <a:spcPts val="0"/>
              </a:spcBef>
              <a:spcAft>
                <a:spcPts val="0"/>
              </a:spcAft>
              <a:buClr>
                <a:schemeClr val="dk1"/>
              </a:buClr>
              <a:buSzPts val="605"/>
              <a:buFont typeface="Arial"/>
              <a:buNone/>
            </a:pPr>
            <a:r>
              <a:rPr lang="en" sz="1840">
                <a:solidFill>
                  <a:schemeClr val="lt1"/>
                </a:solidFill>
                <a:latin typeface="Oswald"/>
                <a:ea typeface="Oswald"/>
                <a:cs typeface="Oswald"/>
                <a:sym typeface="Oswald"/>
              </a:rPr>
              <a:t>            </a:t>
            </a:r>
            <a:endParaRPr sz="1840">
              <a:solidFill>
                <a:schemeClr val="lt1"/>
              </a:solidFill>
              <a:latin typeface="Oswald"/>
              <a:ea typeface="Oswald"/>
              <a:cs typeface="Oswald"/>
              <a:sym typeface="Oswald"/>
            </a:endParaRPr>
          </a:p>
          <a:p>
            <a:pPr indent="457200" lvl="0" marL="2743200" rtl="0" algn="l">
              <a:spcBef>
                <a:spcPts val="0"/>
              </a:spcBef>
              <a:spcAft>
                <a:spcPts val="0"/>
              </a:spcAft>
              <a:buClr>
                <a:schemeClr val="dk1"/>
              </a:buClr>
              <a:buSzPts val="605"/>
              <a:buFont typeface="Arial"/>
              <a:buNone/>
            </a:pPr>
            <a:r>
              <a:rPr lang="en" sz="1840">
                <a:solidFill>
                  <a:schemeClr val="lt1"/>
                </a:solidFill>
                <a:latin typeface="Oswald ExtraLight"/>
                <a:ea typeface="Oswald ExtraLight"/>
                <a:cs typeface="Oswald ExtraLight"/>
                <a:sym typeface="Oswald ExtraLight"/>
              </a:rPr>
              <a:t>      </a:t>
            </a:r>
            <a:r>
              <a:rPr lang="en" sz="1840">
                <a:solidFill>
                  <a:schemeClr val="lt1"/>
                </a:solidFill>
                <a:latin typeface="Oswald ExtraLight"/>
                <a:ea typeface="Oswald ExtraLight"/>
                <a:cs typeface="Oswald ExtraLight"/>
                <a:sym typeface="Oswald ExtraLight"/>
              </a:rPr>
              <a:t>BME230A </a:t>
            </a:r>
            <a:r>
              <a:rPr lang="en" sz="1840">
                <a:solidFill>
                  <a:schemeClr val="lt1"/>
                </a:solidFill>
                <a:latin typeface="Oswald ExtraLight"/>
                <a:ea typeface="Oswald ExtraLight"/>
                <a:cs typeface="Oswald ExtraLight"/>
                <a:sym typeface="Oswald ExtraLight"/>
              </a:rPr>
              <a:t>Final Presentation</a:t>
            </a:r>
            <a:endParaRPr sz="1840">
              <a:solidFill>
                <a:schemeClr val="lt1"/>
              </a:solidFill>
              <a:latin typeface="Oswald ExtraLight"/>
              <a:ea typeface="Oswald ExtraLight"/>
              <a:cs typeface="Oswald ExtraLight"/>
              <a:sym typeface="Oswald ExtraLight"/>
            </a:endParaRPr>
          </a:p>
        </p:txBody>
      </p:sp>
      <p:pic>
        <p:nvPicPr>
          <p:cNvPr id="56" name="Google Shape;56;p13"/>
          <p:cNvPicPr preferRelativeResize="0"/>
          <p:nvPr/>
        </p:nvPicPr>
        <p:blipFill>
          <a:blip r:embed="rId3">
            <a:alphaModFix/>
          </a:blip>
          <a:stretch>
            <a:fillRect/>
          </a:stretch>
        </p:blipFill>
        <p:spPr>
          <a:xfrm rot="1062775">
            <a:off x="-331104" y="3683375"/>
            <a:ext cx="2005850" cy="1666200"/>
          </a:xfrm>
          <a:prstGeom prst="rect">
            <a:avLst/>
          </a:prstGeom>
          <a:noFill/>
          <a:ln>
            <a:noFill/>
          </a:ln>
        </p:spPr>
      </p:pic>
      <p:pic>
        <p:nvPicPr>
          <p:cNvPr id="57" name="Google Shape;57;p13"/>
          <p:cNvPicPr preferRelativeResize="0"/>
          <p:nvPr/>
        </p:nvPicPr>
        <p:blipFill>
          <a:blip r:embed="rId4">
            <a:alphaModFix/>
          </a:blip>
          <a:stretch>
            <a:fillRect/>
          </a:stretch>
        </p:blipFill>
        <p:spPr>
          <a:xfrm>
            <a:off x="7732814" y="3761700"/>
            <a:ext cx="1411176" cy="1381800"/>
          </a:xfrm>
          <a:prstGeom prst="rect">
            <a:avLst/>
          </a:prstGeom>
          <a:noFill/>
          <a:ln>
            <a:noFill/>
          </a:ln>
        </p:spPr>
      </p:pic>
      <p:pic>
        <p:nvPicPr>
          <p:cNvPr id="58" name="Google Shape;58;p13"/>
          <p:cNvPicPr preferRelativeResize="0"/>
          <p:nvPr/>
        </p:nvPicPr>
        <p:blipFill rotWithShape="1">
          <a:blip r:embed="rId5">
            <a:alphaModFix/>
          </a:blip>
          <a:srcRect b="40878" l="0" r="54319" t="13202"/>
          <a:stretch/>
        </p:blipFill>
        <p:spPr>
          <a:xfrm>
            <a:off x="7661275" y="4257199"/>
            <a:ext cx="97500" cy="135250"/>
          </a:xfrm>
          <a:prstGeom prst="rect">
            <a:avLst/>
          </a:prstGeom>
          <a:noFill/>
          <a:ln>
            <a:noFill/>
          </a:ln>
        </p:spPr>
      </p:pic>
      <p:pic>
        <p:nvPicPr>
          <p:cNvPr id="59" name="Google Shape;59;p13"/>
          <p:cNvPicPr preferRelativeResize="0"/>
          <p:nvPr/>
        </p:nvPicPr>
        <p:blipFill rotWithShape="1">
          <a:blip r:embed="rId5">
            <a:alphaModFix/>
          </a:blip>
          <a:srcRect b="40878" l="0" r="54319" t="13202"/>
          <a:stretch/>
        </p:blipFill>
        <p:spPr>
          <a:xfrm>
            <a:off x="8882901" y="3545949"/>
            <a:ext cx="170102" cy="17099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4"/>
          <p:cNvSpPr/>
          <p:nvPr/>
        </p:nvSpPr>
        <p:spPr>
          <a:xfrm>
            <a:off x="150" y="0"/>
            <a:ext cx="9144000" cy="658800"/>
          </a:xfrm>
          <a:prstGeom prst="rect">
            <a:avLst/>
          </a:prstGeom>
          <a:solidFill>
            <a:srgbClr val="443273"/>
          </a:solidFill>
          <a:ln cap="flat" cmpd="sng" w="9525">
            <a:solidFill>
              <a:srgbClr val="45818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5386EF"/>
              </a:solidFill>
            </a:endParaRPr>
          </a:p>
        </p:txBody>
      </p:sp>
      <p:sp>
        <p:nvSpPr>
          <p:cNvPr id="65" name="Google Shape;65;p14"/>
          <p:cNvSpPr txBox="1"/>
          <p:nvPr>
            <p:ph type="title"/>
          </p:nvPr>
        </p:nvSpPr>
        <p:spPr>
          <a:xfrm>
            <a:off x="752050" y="47775"/>
            <a:ext cx="8142600" cy="611100"/>
          </a:xfrm>
          <a:prstGeom prst="rect">
            <a:avLst/>
          </a:prstGeom>
          <a:solidFill>
            <a:srgbClr val="443273"/>
          </a:solidFill>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990"/>
              <a:buFont typeface="Arial"/>
              <a:buNone/>
            </a:pPr>
            <a:r>
              <a:rPr b="1" lang="en" sz="3020">
                <a:solidFill>
                  <a:schemeClr val="lt1"/>
                </a:solidFill>
                <a:latin typeface="Roboto Slab"/>
                <a:ea typeface="Roboto Slab"/>
                <a:cs typeface="Roboto Slab"/>
                <a:sym typeface="Roboto Slab"/>
              </a:rPr>
              <a:t>Background</a:t>
            </a:r>
            <a:endParaRPr b="1" sz="3020">
              <a:solidFill>
                <a:schemeClr val="lt1"/>
              </a:solidFill>
              <a:latin typeface="Roboto Slab"/>
              <a:ea typeface="Roboto Slab"/>
              <a:cs typeface="Roboto Slab"/>
              <a:sym typeface="Roboto Slab"/>
            </a:endParaRPr>
          </a:p>
        </p:txBody>
      </p:sp>
      <p:pic>
        <p:nvPicPr>
          <p:cNvPr id="66" name="Google Shape;66;p14"/>
          <p:cNvPicPr preferRelativeResize="0"/>
          <p:nvPr/>
        </p:nvPicPr>
        <p:blipFill rotWithShape="1">
          <a:blip r:embed="rId3">
            <a:alphaModFix/>
          </a:blip>
          <a:srcRect b="40878" l="0" r="54319" t="13202"/>
          <a:stretch/>
        </p:blipFill>
        <p:spPr>
          <a:xfrm>
            <a:off x="255699" y="200178"/>
            <a:ext cx="312474" cy="314127"/>
          </a:xfrm>
          <a:prstGeom prst="rect">
            <a:avLst/>
          </a:prstGeom>
          <a:noFill/>
          <a:ln>
            <a:noFill/>
          </a:ln>
        </p:spPr>
      </p:pic>
      <p:sp>
        <p:nvSpPr>
          <p:cNvPr id="67" name="Google Shape;67;p14"/>
          <p:cNvSpPr/>
          <p:nvPr/>
        </p:nvSpPr>
        <p:spPr>
          <a:xfrm>
            <a:off x="138625" y="1033100"/>
            <a:ext cx="4878300" cy="3560400"/>
          </a:xfrm>
          <a:prstGeom prst="roundRect">
            <a:avLst>
              <a:gd fmla="val 16667" name="adj"/>
            </a:avLst>
          </a:prstGeom>
          <a:solidFill>
            <a:srgbClr val="44327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5E659E"/>
              </a:solidFill>
            </a:endParaRPr>
          </a:p>
        </p:txBody>
      </p:sp>
      <p:sp>
        <p:nvSpPr>
          <p:cNvPr id="68" name="Google Shape;68;p14"/>
          <p:cNvSpPr txBox="1"/>
          <p:nvPr/>
        </p:nvSpPr>
        <p:spPr>
          <a:xfrm>
            <a:off x="255700" y="463950"/>
            <a:ext cx="4493100" cy="406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sz="1300">
              <a:solidFill>
                <a:srgbClr val="443273"/>
              </a:solidFill>
            </a:endParaRPr>
          </a:p>
          <a:p>
            <a:pPr indent="-311150" lvl="0" marL="457200" rtl="0" algn="l">
              <a:spcBef>
                <a:spcPts val="0"/>
              </a:spcBef>
              <a:spcAft>
                <a:spcPts val="0"/>
              </a:spcAft>
              <a:buClr>
                <a:schemeClr val="lt1"/>
              </a:buClr>
              <a:buSzPts val="1300"/>
              <a:buChar char="●"/>
            </a:pPr>
            <a:r>
              <a:rPr lang="en" sz="1300">
                <a:solidFill>
                  <a:schemeClr val="lt1"/>
                </a:solidFill>
              </a:rPr>
              <a:t>Antibiotic overuse has led to the growth of </a:t>
            </a:r>
            <a:r>
              <a:rPr b="1" lang="en" sz="1300">
                <a:solidFill>
                  <a:srgbClr val="00BACC"/>
                </a:solidFill>
              </a:rPr>
              <a:t>antibiotic resistance.</a:t>
            </a:r>
            <a:r>
              <a:rPr b="1" lang="en" sz="1300">
                <a:solidFill>
                  <a:schemeClr val="dk1"/>
                </a:solidFill>
              </a:rPr>
              <a:t> </a:t>
            </a:r>
            <a:r>
              <a:rPr lang="en" sz="1300">
                <a:solidFill>
                  <a:schemeClr val="lt1"/>
                </a:solidFill>
              </a:rPr>
              <a:t>Development of new antibiotics using current strategies is costly and time inefficient.</a:t>
            </a:r>
            <a:endParaRPr sz="1300">
              <a:solidFill>
                <a:schemeClr val="lt1"/>
              </a:solidFill>
            </a:endParaRPr>
          </a:p>
          <a:p>
            <a:pPr indent="0" lvl="0" marL="457200" rtl="0" algn="l">
              <a:spcBef>
                <a:spcPts val="0"/>
              </a:spcBef>
              <a:spcAft>
                <a:spcPts val="0"/>
              </a:spcAft>
              <a:buNone/>
            </a:pPr>
            <a:r>
              <a:t/>
            </a:r>
            <a:endParaRPr sz="1300">
              <a:solidFill>
                <a:schemeClr val="lt1"/>
              </a:solidFill>
            </a:endParaRPr>
          </a:p>
          <a:p>
            <a:pPr indent="-311150" lvl="0" marL="457200" rtl="0" algn="l">
              <a:spcBef>
                <a:spcPts val="0"/>
              </a:spcBef>
              <a:spcAft>
                <a:spcPts val="0"/>
              </a:spcAft>
              <a:buClr>
                <a:schemeClr val="lt1"/>
              </a:buClr>
              <a:buSzPts val="1300"/>
              <a:buChar char="●"/>
            </a:pPr>
            <a:r>
              <a:rPr b="1" lang="en" sz="1300">
                <a:solidFill>
                  <a:srgbClr val="00BACC"/>
                </a:solidFill>
              </a:rPr>
              <a:t>Phage therapy</a:t>
            </a:r>
            <a:r>
              <a:rPr b="1" lang="en" sz="1300">
                <a:solidFill>
                  <a:schemeClr val="lt1"/>
                </a:solidFill>
              </a:rPr>
              <a:t> </a:t>
            </a:r>
            <a:r>
              <a:rPr lang="en" sz="1300">
                <a:solidFill>
                  <a:schemeClr val="lt1"/>
                </a:solidFill>
              </a:rPr>
              <a:t>is an alternative </a:t>
            </a:r>
            <a:r>
              <a:rPr lang="en" sz="1300">
                <a:solidFill>
                  <a:schemeClr val="lt1"/>
                </a:solidFill>
              </a:rPr>
              <a:t>approach</a:t>
            </a:r>
            <a:r>
              <a:rPr lang="en" sz="1300">
                <a:solidFill>
                  <a:schemeClr val="lt1"/>
                </a:solidFill>
              </a:rPr>
              <a:t> that aims to use the lytic properties of bacteriophage viruses to kill bacteria.</a:t>
            </a:r>
            <a:endParaRPr sz="1300">
              <a:solidFill>
                <a:schemeClr val="lt1"/>
              </a:solidFill>
            </a:endParaRPr>
          </a:p>
          <a:p>
            <a:pPr indent="0" lvl="0" marL="457200" rtl="0" algn="l">
              <a:spcBef>
                <a:spcPts val="0"/>
              </a:spcBef>
              <a:spcAft>
                <a:spcPts val="0"/>
              </a:spcAft>
              <a:buNone/>
            </a:pPr>
            <a:r>
              <a:t/>
            </a:r>
            <a:endParaRPr sz="1300">
              <a:solidFill>
                <a:schemeClr val="lt1"/>
              </a:solidFill>
            </a:endParaRPr>
          </a:p>
          <a:p>
            <a:pPr indent="-311150" lvl="0" marL="457200" rtl="0" algn="l">
              <a:spcBef>
                <a:spcPts val="0"/>
              </a:spcBef>
              <a:spcAft>
                <a:spcPts val="0"/>
              </a:spcAft>
              <a:buClr>
                <a:schemeClr val="lt1"/>
              </a:buClr>
              <a:buSzPts val="1300"/>
              <a:buChar char="●"/>
            </a:pPr>
            <a:r>
              <a:rPr lang="en" sz="1300">
                <a:solidFill>
                  <a:schemeClr val="lt1"/>
                </a:solidFill>
              </a:rPr>
              <a:t>Phage-host interactions are </a:t>
            </a:r>
            <a:r>
              <a:rPr b="1" lang="en" sz="1300">
                <a:solidFill>
                  <a:srgbClr val="00BACC"/>
                </a:solidFill>
              </a:rPr>
              <a:t>highly specific</a:t>
            </a:r>
            <a:r>
              <a:rPr lang="en" sz="1300">
                <a:solidFill>
                  <a:schemeClr val="lt1"/>
                </a:solidFill>
              </a:rPr>
              <a:t>, meaning correct matches are needed to have phages kill bacteria. </a:t>
            </a:r>
            <a:endParaRPr sz="1300">
              <a:solidFill>
                <a:schemeClr val="lt1"/>
              </a:solidFill>
            </a:endParaRPr>
          </a:p>
          <a:p>
            <a:pPr indent="0" lvl="0" marL="457200" rtl="0" algn="l">
              <a:spcBef>
                <a:spcPts val="0"/>
              </a:spcBef>
              <a:spcAft>
                <a:spcPts val="0"/>
              </a:spcAft>
              <a:buNone/>
            </a:pPr>
            <a:r>
              <a:t/>
            </a:r>
            <a:endParaRPr sz="1300">
              <a:solidFill>
                <a:schemeClr val="lt1"/>
              </a:solidFill>
            </a:endParaRPr>
          </a:p>
          <a:p>
            <a:pPr indent="-311150" lvl="0" marL="457200" rtl="0" algn="l">
              <a:spcBef>
                <a:spcPts val="0"/>
              </a:spcBef>
              <a:spcAft>
                <a:spcPts val="0"/>
              </a:spcAft>
              <a:buClr>
                <a:schemeClr val="lt1"/>
              </a:buClr>
              <a:buSzPts val="1300"/>
              <a:buChar char="●"/>
            </a:pPr>
            <a:r>
              <a:rPr lang="en" sz="1300">
                <a:solidFill>
                  <a:srgbClr val="00BACC"/>
                </a:solidFill>
              </a:rPr>
              <a:t>M</a:t>
            </a:r>
            <a:r>
              <a:rPr b="1" lang="en" sz="1300">
                <a:solidFill>
                  <a:srgbClr val="00BACC"/>
                </a:solidFill>
              </a:rPr>
              <a:t>achine learning</a:t>
            </a:r>
            <a:r>
              <a:rPr lang="en" sz="1300">
                <a:solidFill>
                  <a:schemeClr val="lt1"/>
                </a:solidFill>
              </a:rPr>
              <a:t> can identify-phage host pairs based on features pulled from protein data. </a:t>
            </a:r>
            <a:endParaRPr sz="1300">
              <a:solidFill>
                <a:schemeClr val="lt1"/>
              </a:solidFill>
            </a:endParaRPr>
          </a:p>
        </p:txBody>
      </p:sp>
      <p:pic>
        <p:nvPicPr>
          <p:cNvPr id="69" name="Google Shape;69;p14"/>
          <p:cNvPicPr preferRelativeResize="0"/>
          <p:nvPr/>
        </p:nvPicPr>
        <p:blipFill>
          <a:blip r:embed="rId4">
            <a:alphaModFix/>
          </a:blip>
          <a:stretch>
            <a:fillRect/>
          </a:stretch>
        </p:blipFill>
        <p:spPr>
          <a:xfrm>
            <a:off x="5267600" y="1275850"/>
            <a:ext cx="3735501" cy="2320099"/>
          </a:xfrm>
          <a:prstGeom prst="rect">
            <a:avLst/>
          </a:prstGeom>
          <a:noFill/>
          <a:ln cap="flat" cmpd="sng" w="28575">
            <a:solidFill>
              <a:schemeClr val="dk2"/>
            </a:solidFill>
            <a:prstDash val="solid"/>
            <a:round/>
            <a:headEnd len="sm" w="sm" type="none"/>
            <a:tailEnd len="sm" w="sm" type="none"/>
          </a:ln>
        </p:spPr>
      </p:pic>
      <p:sp>
        <p:nvSpPr>
          <p:cNvPr id="70" name="Google Shape;70;p14"/>
          <p:cNvSpPr txBox="1"/>
          <p:nvPr/>
        </p:nvSpPr>
        <p:spPr>
          <a:xfrm>
            <a:off x="5326925" y="3595950"/>
            <a:ext cx="3735600" cy="65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1"/>
                </a:solidFill>
              </a:rPr>
              <a:t>Leprince, Audrey, and Jacques Mahillon. "Phage adsorption to gram-positive bacteria." </a:t>
            </a:r>
            <a:r>
              <a:rPr i="1" lang="en" sz="800">
                <a:solidFill>
                  <a:schemeClr val="dk1"/>
                </a:solidFill>
              </a:rPr>
              <a:t>Viruses</a:t>
            </a:r>
            <a:r>
              <a:rPr lang="en" sz="800">
                <a:solidFill>
                  <a:schemeClr val="dk1"/>
                </a:solidFill>
              </a:rPr>
              <a:t> 15.1 (2023): 196.</a:t>
            </a:r>
            <a:endParaRPr sz="15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5"/>
          <p:cNvSpPr/>
          <p:nvPr/>
        </p:nvSpPr>
        <p:spPr>
          <a:xfrm>
            <a:off x="150" y="0"/>
            <a:ext cx="9144000" cy="658800"/>
          </a:xfrm>
          <a:prstGeom prst="rect">
            <a:avLst/>
          </a:prstGeom>
          <a:solidFill>
            <a:srgbClr val="2B1958"/>
          </a:solidFill>
          <a:ln cap="flat" cmpd="sng" w="9525">
            <a:solidFill>
              <a:srgbClr val="45818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5"/>
          <p:cNvSpPr txBox="1"/>
          <p:nvPr>
            <p:ph type="title"/>
          </p:nvPr>
        </p:nvSpPr>
        <p:spPr>
          <a:xfrm>
            <a:off x="675850" y="49375"/>
            <a:ext cx="8142600" cy="55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990"/>
              <a:buFont typeface="Arial"/>
              <a:buNone/>
            </a:pPr>
            <a:r>
              <a:rPr b="1" lang="en" sz="3020">
                <a:solidFill>
                  <a:schemeClr val="lt1"/>
                </a:solidFill>
                <a:latin typeface="Roboto Slab"/>
                <a:ea typeface="Roboto Slab"/>
                <a:cs typeface="Roboto Slab"/>
                <a:sym typeface="Roboto Slab"/>
              </a:rPr>
              <a:t>Dataset Creation</a:t>
            </a:r>
            <a:endParaRPr b="1" sz="3020">
              <a:solidFill>
                <a:schemeClr val="lt1"/>
              </a:solidFill>
              <a:latin typeface="Roboto Slab"/>
              <a:ea typeface="Roboto Slab"/>
              <a:cs typeface="Roboto Slab"/>
              <a:sym typeface="Roboto Slab"/>
            </a:endParaRPr>
          </a:p>
        </p:txBody>
      </p:sp>
      <p:pic>
        <p:nvPicPr>
          <p:cNvPr id="77" name="Google Shape;77;p15"/>
          <p:cNvPicPr preferRelativeResize="0"/>
          <p:nvPr/>
        </p:nvPicPr>
        <p:blipFill rotWithShape="1">
          <a:blip r:embed="rId3">
            <a:alphaModFix/>
          </a:blip>
          <a:srcRect b="40878" l="0" r="54319" t="13202"/>
          <a:stretch/>
        </p:blipFill>
        <p:spPr>
          <a:xfrm>
            <a:off x="255699" y="200178"/>
            <a:ext cx="312474" cy="314127"/>
          </a:xfrm>
          <a:prstGeom prst="rect">
            <a:avLst/>
          </a:prstGeom>
          <a:noFill/>
          <a:ln>
            <a:noFill/>
          </a:ln>
        </p:spPr>
      </p:pic>
      <p:pic>
        <p:nvPicPr>
          <p:cNvPr id="78" name="Google Shape;78;p15"/>
          <p:cNvPicPr preferRelativeResize="0"/>
          <p:nvPr/>
        </p:nvPicPr>
        <p:blipFill>
          <a:blip r:embed="rId4">
            <a:alphaModFix/>
          </a:blip>
          <a:stretch>
            <a:fillRect/>
          </a:stretch>
        </p:blipFill>
        <p:spPr>
          <a:xfrm>
            <a:off x="128000" y="857950"/>
            <a:ext cx="5943600" cy="3762375"/>
          </a:xfrm>
          <a:prstGeom prst="rect">
            <a:avLst/>
          </a:prstGeom>
          <a:noFill/>
          <a:ln cap="flat" cmpd="sng" w="28575">
            <a:solidFill>
              <a:schemeClr val="lt1"/>
            </a:solidFill>
            <a:prstDash val="solid"/>
            <a:round/>
            <a:headEnd len="sm" w="sm" type="none"/>
            <a:tailEnd len="sm" w="sm" type="none"/>
          </a:ln>
        </p:spPr>
      </p:pic>
      <p:sp>
        <p:nvSpPr>
          <p:cNvPr id="79" name="Google Shape;79;p15"/>
          <p:cNvSpPr/>
          <p:nvPr/>
        </p:nvSpPr>
        <p:spPr>
          <a:xfrm>
            <a:off x="5992475" y="857988"/>
            <a:ext cx="3064200" cy="3762300"/>
          </a:xfrm>
          <a:prstGeom prst="roundRect">
            <a:avLst>
              <a:gd fmla="val 16667" name="adj"/>
            </a:avLst>
          </a:prstGeom>
          <a:solidFill>
            <a:srgbClr val="20124D"/>
          </a:solidFill>
          <a:ln cap="flat" cmpd="sng" w="9525">
            <a:solidFill>
              <a:srgbClr val="674EA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 name="Google Shape;80;p15"/>
          <p:cNvSpPr txBox="1"/>
          <p:nvPr/>
        </p:nvSpPr>
        <p:spPr>
          <a:xfrm>
            <a:off x="5951800" y="946200"/>
            <a:ext cx="3064200" cy="40686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0"/>
              </a:spcBef>
              <a:spcAft>
                <a:spcPts val="0"/>
              </a:spcAft>
              <a:buClr>
                <a:schemeClr val="lt1"/>
              </a:buClr>
              <a:buSzPts val="1500"/>
              <a:buChar char="●"/>
            </a:pPr>
            <a:r>
              <a:rPr lang="en" sz="1500">
                <a:solidFill>
                  <a:schemeClr val="lt1"/>
                </a:solidFill>
              </a:rPr>
              <a:t>Positive interactions from PhagesDB.org</a:t>
            </a:r>
            <a:endParaRPr sz="1500">
              <a:solidFill>
                <a:schemeClr val="lt1"/>
              </a:solidFill>
            </a:endParaRPr>
          </a:p>
          <a:p>
            <a:pPr indent="-323850" lvl="0" marL="457200" rtl="0" algn="l">
              <a:lnSpc>
                <a:spcPct val="115000"/>
              </a:lnSpc>
              <a:spcBef>
                <a:spcPts val="1000"/>
              </a:spcBef>
              <a:spcAft>
                <a:spcPts val="0"/>
              </a:spcAft>
              <a:buClr>
                <a:schemeClr val="lt1"/>
              </a:buClr>
              <a:buSzPts val="1500"/>
              <a:buChar char="●"/>
            </a:pPr>
            <a:r>
              <a:rPr lang="en" sz="1500">
                <a:solidFill>
                  <a:schemeClr val="lt1"/>
                </a:solidFill>
              </a:rPr>
              <a:t>Retrieve</a:t>
            </a:r>
            <a:r>
              <a:rPr lang="en" sz="1500">
                <a:solidFill>
                  <a:schemeClr val="lt1"/>
                </a:solidFill>
              </a:rPr>
              <a:t> GenBank accession codes for phages and hosts with complete genomes</a:t>
            </a:r>
            <a:endParaRPr sz="1500">
              <a:solidFill>
                <a:schemeClr val="lt1"/>
              </a:solidFill>
            </a:endParaRPr>
          </a:p>
          <a:p>
            <a:pPr indent="-323850" lvl="0" marL="457200" rtl="0" algn="l">
              <a:lnSpc>
                <a:spcPct val="115000"/>
              </a:lnSpc>
              <a:spcBef>
                <a:spcPts val="1000"/>
              </a:spcBef>
              <a:spcAft>
                <a:spcPts val="0"/>
              </a:spcAft>
              <a:buClr>
                <a:schemeClr val="lt1"/>
              </a:buClr>
              <a:buSzPts val="1500"/>
              <a:buChar char="●"/>
            </a:pPr>
            <a:r>
              <a:rPr lang="en" sz="1500">
                <a:solidFill>
                  <a:schemeClr val="lt1"/>
                </a:solidFill>
              </a:rPr>
              <a:t>Exclude unnamed and hypothetical proteins under a sequence length of 30 </a:t>
            </a:r>
            <a:endParaRPr sz="1500">
              <a:solidFill>
                <a:schemeClr val="lt1"/>
              </a:solidFill>
            </a:endParaRPr>
          </a:p>
          <a:p>
            <a:pPr indent="-323850" lvl="0" marL="457200" rtl="0" algn="l">
              <a:lnSpc>
                <a:spcPct val="115000"/>
              </a:lnSpc>
              <a:spcBef>
                <a:spcPts val="1000"/>
              </a:spcBef>
              <a:spcAft>
                <a:spcPts val="0"/>
              </a:spcAft>
              <a:buClr>
                <a:schemeClr val="lt1"/>
              </a:buClr>
              <a:buSzPts val="1500"/>
              <a:buChar char="●"/>
            </a:pPr>
            <a:r>
              <a:rPr lang="en" sz="1500">
                <a:solidFill>
                  <a:schemeClr val="lt1"/>
                </a:solidFill>
              </a:rPr>
              <a:t>Generate features from GenBank protein sequence data</a:t>
            </a:r>
            <a:endParaRPr sz="1500">
              <a:solidFill>
                <a:schemeClr val="lt1"/>
              </a:solidFill>
            </a:endParaRPr>
          </a:p>
          <a:p>
            <a:pPr indent="0" lvl="0" marL="0" rtl="0" algn="l">
              <a:spcBef>
                <a:spcPts val="1000"/>
              </a:spcBef>
              <a:spcAft>
                <a:spcPts val="0"/>
              </a:spcAft>
              <a:buNone/>
            </a:pPr>
            <a:r>
              <a:t/>
            </a:r>
            <a:endParaRPr sz="1200">
              <a:solidFill>
                <a:schemeClr val="l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6"/>
          <p:cNvSpPr/>
          <p:nvPr/>
        </p:nvSpPr>
        <p:spPr>
          <a:xfrm>
            <a:off x="150" y="0"/>
            <a:ext cx="9144000" cy="658800"/>
          </a:xfrm>
          <a:prstGeom prst="rect">
            <a:avLst/>
          </a:prstGeom>
          <a:solidFill>
            <a:srgbClr val="2B1958"/>
          </a:solidFill>
          <a:ln cap="flat" cmpd="sng" w="9525">
            <a:solidFill>
              <a:srgbClr val="45818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6"/>
          <p:cNvSpPr txBox="1"/>
          <p:nvPr>
            <p:ph type="title"/>
          </p:nvPr>
        </p:nvSpPr>
        <p:spPr>
          <a:xfrm>
            <a:off x="675850" y="49375"/>
            <a:ext cx="8142600" cy="55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990"/>
              <a:buFont typeface="Arial"/>
              <a:buNone/>
            </a:pPr>
            <a:r>
              <a:rPr b="1" lang="en" sz="3020">
                <a:solidFill>
                  <a:schemeClr val="lt1"/>
                </a:solidFill>
                <a:latin typeface="Roboto Slab"/>
                <a:ea typeface="Roboto Slab"/>
                <a:cs typeface="Roboto Slab"/>
                <a:sym typeface="Roboto Slab"/>
              </a:rPr>
              <a:t>Feature Encoding</a:t>
            </a:r>
            <a:endParaRPr b="1" sz="3020">
              <a:solidFill>
                <a:schemeClr val="lt1"/>
              </a:solidFill>
              <a:latin typeface="Roboto Slab"/>
              <a:ea typeface="Roboto Slab"/>
              <a:cs typeface="Roboto Slab"/>
              <a:sym typeface="Roboto Slab"/>
            </a:endParaRPr>
          </a:p>
        </p:txBody>
      </p:sp>
      <p:pic>
        <p:nvPicPr>
          <p:cNvPr id="87" name="Google Shape;87;p16"/>
          <p:cNvPicPr preferRelativeResize="0"/>
          <p:nvPr/>
        </p:nvPicPr>
        <p:blipFill rotWithShape="1">
          <a:blip r:embed="rId3">
            <a:alphaModFix/>
          </a:blip>
          <a:srcRect b="40878" l="0" r="54319" t="13202"/>
          <a:stretch/>
        </p:blipFill>
        <p:spPr>
          <a:xfrm>
            <a:off x="255699" y="200178"/>
            <a:ext cx="312474" cy="314127"/>
          </a:xfrm>
          <a:prstGeom prst="rect">
            <a:avLst/>
          </a:prstGeom>
          <a:noFill/>
          <a:ln>
            <a:noFill/>
          </a:ln>
        </p:spPr>
      </p:pic>
      <p:graphicFrame>
        <p:nvGraphicFramePr>
          <p:cNvPr id="88" name="Google Shape;88;p16"/>
          <p:cNvGraphicFramePr/>
          <p:nvPr/>
        </p:nvGraphicFramePr>
        <p:xfrm>
          <a:off x="960675" y="2184150"/>
          <a:ext cx="3000000" cy="3000000"/>
        </p:xfrm>
        <a:graphic>
          <a:graphicData uri="http://schemas.openxmlformats.org/drawingml/2006/table">
            <a:tbl>
              <a:tblPr>
                <a:noFill/>
                <a:tableStyleId>{A613179F-42A8-4CB6-B557-25025BBA8E72}</a:tableStyleId>
              </a:tblPr>
              <a:tblGrid>
                <a:gridCol w="1031850"/>
                <a:gridCol w="1031850"/>
                <a:gridCol w="1031850"/>
                <a:gridCol w="1031850"/>
                <a:gridCol w="1031850"/>
                <a:gridCol w="1031850"/>
                <a:gridCol w="1031850"/>
              </a:tblGrid>
              <a:tr h="597350">
                <a:tc>
                  <a:txBody>
                    <a:bodyPr/>
                    <a:lstStyle/>
                    <a:p>
                      <a:pPr indent="0" lvl="0" marL="0" rtl="0" algn="l">
                        <a:spcBef>
                          <a:spcPts val="0"/>
                        </a:spcBef>
                        <a:spcAft>
                          <a:spcPts val="0"/>
                        </a:spcAft>
                        <a:buNone/>
                      </a:pPr>
                      <a:r>
                        <a:rPr lang="en"/>
                        <a:t>Phage</a:t>
                      </a:r>
                      <a:endParaRPr/>
                    </a:p>
                  </a:txBody>
                  <a:tcPr marT="91425" marB="91425" marR="91425" marL="91425"/>
                </a:tc>
                <a:tc>
                  <a:txBody>
                    <a:bodyPr/>
                    <a:lstStyle/>
                    <a:p>
                      <a:pPr indent="0" lvl="0" marL="0" rtl="0" algn="l">
                        <a:spcBef>
                          <a:spcPts val="0"/>
                        </a:spcBef>
                        <a:spcAft>
                          <a:spcPts val="0"/>
                        </a:spcAft>
                        <a:buNone/>
                      </a:pPr>
                      <a:r>
                        <a:rPr lang="en"/>
                        <a:t>Host</a:t>
                      </a:r>
                      <a:endParaRPr/>
                    </a:p>
                  </a:txBody>
                  <a:tcPr marT="91425" marB="91425" marR="91425" marL="91425"/>
                </a:tc>
                <a:tc>
                  <a:txBody>
                    <a:bodyPr/>
                    <a:lstStyle/>
                    <a:p>
                      <a:pPr indent="0" lvl="0" marL="0" rtl="0" algn="l">
                        <a:spcBef>
                          <a:spcPts val="0"/>
                        </a:spcBef>
                        <a:spcAft>
                          <a:spcPts val="0"/>
                        </a:spcAft>
                        <a:buNone/>
                      </a:pPr>
                      <a:r>
                        <a:rPr lang="en"/>
                        <a:t>A_avg_p</a:t>
                      </a:r>
                      <a:endParaRPr/>
                    </a:p>
                  </a:txBody>
                  <a:tcPr marT="91425" marB="91425" marR="91425" marL="91425"/>
                </a:tc>
                <a:tc>
                  <a:txBody>
                    <a:bodyPr/>
                    <a:lstStyle/>
                    <a:p>
                      <a:pPr indent="0" lvl="0" marL="0" rtl="0" algn="l">
                        <a:spcBef>
                          <a:spcPts val="0"/>
                        </a:spcBef>
                        <a:spcAft>
                          <a:spcPts val="0"/>
                        </a:spcAft>
                        <a:buNone/>
                      </a:pPr>
                      <a:r>
                        <a:rPr lang="en"/>
                        <a:t>A_std_p</a:t>
                      </a:r>
                      <a:endParaRPr/>
                    </a:p>
                  </a:txBody>
                  <a:tcPr marT="91425" marB="91425" marR="91425" marL="91425"/>
                </a:tc>
                <a:tc>
                  <a:txBody>
                    <a:bodyPr/>
                    <a:lstStyle/>
                    <a:p>
                      <a:pPr indent="0" lvl="0" marL="0" rtl="0" algn="l">
                        <a:spcBef>
                          <a:spcPts val="0"/>
                        </a:spcBef>
                        <a:spcAft>
                          <a:spcPts val="0"/>
                        </a:spcAft>
                        <a:buNone/>
                      </a:pPr>
                      <a:r>
                        <a:rPr lang="en"/>
                        <a:t>…</a:t>
                      </a:r>
                      <a:endParaRPr/>
                    </a:p>
                  </a:txBody>
                  <a:tcPr marT="91425" marB="91425" marR="91425" marL="91425"/>
                </a:tc>
                <a:tc>
                  <a:txBody>
                    <a:bodyPr/>
                    <a:lstStyle/>
                    <a:p>
                      <a:pPr indent="0" lvl="0" marL="0" rtl="0" algn="l">
                        <a:spcBef>
                          <a:spcPts val="0"/>
                        </a:spcBef>
                        <a:spcAft>
                          <a:spcPts val="0"/>
                        </a:spcAft>
                        <a:buNone/>
                      </a:pPr>
                      <a:r>
                        <a:rPr lang="en"/>
                        <a:t>N-_var_h</a:t>
                      </a:r>
                      <a:endParaRPr/>
                    </a:p>
                  </a:txBody>
                  <a:tcPr marT="91425" marB="91425" marR="91425" marL="91425"/>
                </a:tc>
                <a:tc>
                  <a:txBody>
                    <a:bodyPr/>
                    <a:lstStyle/>
                    <a:p>
                      <a:pPr indent="0" lvl="0" marL="0" rtl="0" algn="l">
                        <a:spcBef>
                          <a:spcPts val="0"/>
                        </a:spcBef>
                        <a:spcAft>
                          <a:spcPts val="0"/>
                        </a:spcAft>
                        <a:buNone/>
                      </a:pPr>
                      <a:r>
                        <a:rPr lang="en"/>
                        <a:t>MolW_var_h</a:t>
                      </a:r>
                      <a:endParaRPr/>
                    </a:p>
                  </a:txBody>
                  <a:tcPr marT="91425" marB="91425" marR="91425" marL="91425"/>
                </a:tc>
              </a:tr>
              <a:tr h="381000">
                <a:tc>
                  <a:txBody>
                    <a:bodyPr/>
                    <a:lstStyle/>
                    <a:p>
                      <a:pPr indent="0" lvl="0" marL="0" rtl="0" algn="l">
                        <a:spcBef>
                          <a:spcPts val="0"/>
                        </a:spcBef>
                        <a:spcAft>
                          <a:spcPts val="0"/>
                        </a:spcAft>
                        <a:buNone/>
                      </a:pPr>
                      <a:r>
                        <a:rPr lang="en"/>
                        <a:t>NC_019549</a:t>
                      </a:r>
                      <a:endParaRPr/>
                    </a:p>
                  </a:txBody>
                  <a:tcPr marT="91425" marB="91425" marR="91425" marL="91425"/>
                </a:tc>
                <a:tc>
                  <a:txBody>
                    <a:bodyPr/>
                    <a:lstStyle/>
                    <a:p>
                      <a:pPr indent="0" lvl="0" marL="0" rtl="0" algn="l">
                        <a:spcBef>
                          <a:spcPts val="0"/>
                        </a:spcBef>
                        <a:spcAft>
                          <a:spcPts val="0"/>
                        </a:spcAft>
                        <a:buNone/>
                      </a:pPr>
                      <a:r>
                        <a:rPr lang="en"/>
                        <a:t>CP004005</a:t>
                      </a:r>
                      <a:endParaRPr/>
                    </a:p>
                  </a:txBody>
                  <a:tcPr marT="91425" marB="91425" marR="91425" marL="91425"/>
                </a:tc>
                <a:tc>
                  <a:txBody>
                    <a:bodyPr/>
                    <a:lstStyle/>
                    <a:p>
                      <a:pPr indent="0" lvl="0" marL="0" rtl="0" algn="l">
                        <a:spcBef>
                          <a:spcPts val="0"/>
                        </a:spcBef>
                        <a:spcAft>
                          <a:spcPts val="0"/>
                        </a:spcAft>
                        <a:buNone/>
                      </a:pPr>
                      <a:r>
                        <a:rPr lang="en"/>
                        <a:t>0.212689</a:t>
                      </a:r>
                      <a:endParaRPr/>
                    </a:p>
                  </a:txBody>
                  <a:tcPr marT="91425" marB="91425" marR="91425" marL="91425"/>
                </a:tc>
                <a:tc>
                  <a:txBody>
                    <a:bodyPr/>
                    <a:lstStyle/>
                    <a:p>
                      <a:pPr indent="0" lvl="0" marL="0" rtl="0" algn="l">
                        <a:spcBef>
                          <a:spcPts val="0"/>
                        </a:spcBef>
                        <a:spcAft>
                          <a:spcPts val="0"/>
                        </a:spcAft>
                        <a:buNone/>
                      </a:pPr>
                      <a:r>
                        <a:rPr lang="en"/>
                        <a:t>0.179871</a:t>
                      </a:r>
                      <a:endParaRPr/>
                    </a:p>
                  </a:txBody>
                  <a:tcPr marT="91425" marB="91425" marR="91425" marL="91425"/>
                </a:tc>
                <a:tc>
                  <a:txBody>
                    <a:bodyPr/>
                    <a:lstStyle/>
                    <a:p>
                      <a:pPr indent="0" lvl="0" marL="0" rtl="0" algn="l">
                        <a:spcBef>
                          <a:spcPts val="0"/>
                        </a:spcBef>
                        <a:spcAft>
                          <a:spcPts val="0"/>
                        </a:spcAft>
                        <a:buNone/>
                      </a:pPr>
                      <a:r>
                        <a:rPr lang="en"/>
                        <a:t>…</a:t>
                      </a:r>
                      <a:endParaRPr/>
                    </a:p>
                  </a:txBody>
                  <a:tcPr marT="91425" marB="91425" marR="91425" marL="91425"/>
                </a:tc>
                <a:tc>
                  <a:txBody>
                    <a:bodyPr/>
                    <a:lstStyle/>
                    <a:p>
                      <a:pPr indent="0" lvl="0" marL="0" rtl="0" algn="l">
                        <a:spcBef>
                          <a:spcPts val="0"/>
                        </a:spcBef>
                        <a:spcAft>
                          <a:spcPts val="0"/>
                        </a:spcAft>
                        <a:buNone/>
                      </a:pPr>
                      <a:r>
                        <a:rPr lang="en"/>
                        <a:t>0.011457</a:t>
                      </a:r>
                      <a:endParaRPr/>
                    </a:p>
                  </a:txBody>
                  <a:tcPr marT="91425" marB="91425" marR="91425" marL="91425"/>
                </a:tc>
                <a:tc>
                  <a:txBody>
                    <a:bodyPr/>
                    <a:lstStyle/>
                    <a:p>
                      <a:pPr indent="0" lvl="0" marL="0" rtl="0" algn="l">
                        <a:spcBef>
                          <a:spcPts val="0"/>
                        </a:spcBef>
                        <a:spcAft>
                          <a:spcPts val="0"/>
                        </a:spcAft>
                        <a:buNone/>
                      </a:pPr>
                      <a:r>
                        <a:rPr lang="en"/>
                        <a:t>0.045797</a:t>
                      </a:r>
                      <a:endParaRPr/>
                    </a:p>
                  </a:txBody>
                  <a:tcPr marT="91425" marB="91425" marR="91425" marL="91425"/>
                </a:tc>
              </a:tr>
            </a:tbl>
          </a:graphicData>
        </a:graphic>
      </p:graphicFrame>
      <p:sp>
        <p:nvSpPr>
          <p:cNvPr id="89" name="Google Shape;89;p16"/>
          <p:cNvSpPr/>
          <p:nvPr/>
        </p:nvSpPr>
        <p:spPr>
          <a:xfrm>
            <a:off x="500700" y="3607575"/>
            <a:ext cx="8142600" cy="1293000"/>
          </a:xfrm>
          <a:prstGeom prst="roundRect">
            <a:avLst>
              <a:gd fmla="val 16667" name="adj"/>
            </a:avLst>
          </a:prstGeom>
          <a:solidFill>
            <a:srgbClr val="20124D"/>
          </a:solidFill>
          <a:ln cap="flat" cmpd="sng" w="9525">
            <a:solidFill>
              <a:srgbClr val="674EA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0" name="Google Shape;90;p16"/>
          <p:cNvSpPr txBox="1"/>
          <p:nvPr/>
        </p:nvSpPr>
        <p:spPr>
          <a:xfrm>
            <a:off x="681450" y="3568000"/>
            <a:ext cx="7781400" cy="1293000"/>
          </a:xfrm>
          <a:prstGeom prst="rect">
            <a:avLst/>
          </a:prstGeom>
          <a:noFill/>
          <a:ln>
            <a:noFill/>
          </a:ln>
        </p:spPr>
        <p:txBody>
          <a:bodyPr anchorCtr="0" anchor="t" bIns="91425" lIns="91425" spcFirstLastPara="1" rIns="91425" wrap="square" tIns="91425">
            <a:spAutoFit/>
          </a:bodyPr>
          <a:lstStyle/>
          <a:p>
            <a:pPr indent="-304800" lvl="0" marL="457200" rtl="0" algn="l">
              <a:spcBef>
                <a:spcPts val="0"/>
              </a:spcBef>
              <a:spcAft>
                <a:spcPts val="0"/>
              </a:spcAft>
              <a:buClr>
                <a:schemeClr val="lt1"/>
              </a:buClr>
              <a:buSzPts val="1200"/>
              <a:buChar char="●"/>
            </a:pPr>
            <a:r>
              <a:rPr b="1" lang="en" sz="1200">
                <a:solidFill>
                  <a:schemeClr val="lt1"/>
                </a:solidFill>
              </a:rPr>
              <a:t>Number of proteins not constant</a:t>
            </a:r>
            <a:r>
              <a:rPr lang="en" sz="1200">
                <a:solidFill>
                  <a:schemeClr val="lt1"/>
                </a:solidFill>
              </a:rPr>
              <a:t> -&gt; Generalize characteristics of all proteins in a genome as statistical measures</a:t>
            </a:r>
            <a:endParaRPr sz="1200">
              <a:solidFill>
                <a:schemeClr val="lt1"/>
              </a:solidFill>
            </a:endParaRPr>
          </a:p>
          <a:p>
            <a:pPr indent="-304800" lvl="0" marL="457200" rtl="0" algn="l">
              <a:spcBef>
                <a:spcPts val="0"/>
              </a:spcBef>
              <a:spcAft>
                <a:spcPts val="0"/>
              </a:spcAft>
              <a:buClr>
                <a:schemeClr val="lt1"/>
              </a:buClr>
              <a:buSzPts val="1200"/>
              <a:buChar char="●"/>
            </a:pPr>
            <a:r>
              <a:rPr lang="en" sz="1200">
                <a:solidFill>
                  <a:schemeClr val="lt1"/>
                </a:solidFill>
              </a:rPr>
              <a:t>Protein Primary Structures analyzed using Biopython ProtParam module, f</a:t>
            </a:r>
            <a:r>
              <a:rPr lang="en" sz="1200">
                <a:solidFill>
                  <a:schemeClr val="lt1"/>
                </a:solidFill>
              </a:rPr>
              <a:t>ormatted into pandas dataframes for easy calculations</a:t>
            </a:r>
            <a:endParaRPr sz="1200">
              <a:solidFill>
                <a:schemeClr val="lt1"/>
              </a:solidFill>
            </a:endParaRPr>
          </a:p>
          <a:p>
            <a:pPr indent="-304800" lvl="0" marL="457200" rtl="0" algn="l">
              <a:spcBef>
                <a:spcPts val="0"/>
              </a:spcBef>
              <a:spcAft>
                <a:spcPts val="0"/>
              </a:spcAft>
              <a:buClr>
                <a:schemeClr val="lt1"/>
              </a:buClr>
              <a:buSzPts val="1200"/>
              <a:buChar char="●"/>
            </a:pPr>
            <a:r>
              <a:rPr lang="en" sz="1200">
                <a:solidFill>
                  <a:schemeClr val="lt1"/>
                </a:solidFill>
              </a:rPr>
              <a:t>Amino acid counts (20), </a:t>
            </a:r>
            <a:r>
              <a:rPr lang="en" sz="1200">
                <a:solidFill>
                  <a:schemeClr val="lt1"/>
                </a:solidFill>
              </a:rPr>
              <a:t>total </a:t>
            </a:r>
            <a:r>
              <a:rPr lang="en" sz="1200">
                <a:solidFill>
                  <a:schemeClr val="lt1"/>
                </a:solidFill>
              </a:rPr>
              <a:t>elemental composition of sequences(5), molecular weight (1)</a:t>
            </a:r>
            <a:endParaRPr sz="1200">
              <a:solidFill>
                <a:schemeClr val="lt1"/>
              </a:solidFill>
            </a:endParaRPr>
          </a:p>
          <a:p>
            <a:pPr indent="-304800" lvl="0" marL="457200" rtl="0" algn="l">
              <a:spcBef>
                <a:spcPts val="0"/>
              </a:spcBef>
              <a:spcAft>
                <a:spcPts val="0"/>
              </a:spcAft>
              <a:buClr>
                <a:schemeClr val="lt1"/>
              </a:buClr>
              <a:buSzPts val="1200"/>
              <a:buChar char="●"/>
            </a:pPr>
            <a:r>
              <a:rPr lang="en" sz="1200">
                <a:solidFill>
                  <a:schemeClr val="lt1"/>
                </a:solidFill>
              </a:rPr>
              <a:t>Average, standard deviation, variance of each feature is calculated (2</a:t>
            </a:r>
            <a:r>
              <a:rPr lang="en" sz="1200">
                <a:solidFill>
                  <a:schemeClr val="lt1"/>
                </a:solidFill>
              </a:rPr>
              <a:t>6*3)</a:t>
            </a:r>
            <a:endParaRPr sz="1200">
              <a:solidFill>
                <a:schemeClr val="lt1"/>
              </a:solidFill>
            </a:endParaRPr>
          </a:p>
        </p:txBody>
      </p:sp>
      <p:sp>
        <p:nvSpPr>
          <p:cNvPr id="91" name="Google Shape;91;p16"/>
          <p:cNvSpPr txBox="1"/>
          <p:nvPr/>
        </p:nvSpPr>
        <p:spPr>
          <a:xfrm>
            <a:off x="5918900" y="1519100"/>
            <a:ext cx="14949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2"/>
                </a:solidFill>
              </a:rPr>
              <a:t>Elements</a:t>
            </a:r>
            <a:r>
              <a:rPr lang="en" sz="1000">
                <a:solidFill>
                  <a:schemeClr val="dk2"/>
                </a:solidFill>
              </a:rPr>
              <a:t> marked by ‘-’ to avoid confusion with amino acid codes</a:t>
            </a:r>
            <a:endParaRPr sz="1000">
              <a:solidFill>
                <a:schemeClr val="dk2"/>
              </a:solidFill>
            </a:endParaRPr>
          </a:p>
        </p:txBody>
      </p:sp>
      <p:sp>
        <p:nvSpPr>
          <p:cNvPr id="92" name="Google Shape;92;p16"/>
          <p:cNvSpPr txBox="1"/>
          <p:nvPr/>
        </p:nvSpPr>
        <p:spPr>
          <a:xfrm>
            <a:off x="2636200" y="1596050"/>
            <a:ext cx="20139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2"/>
                </a:solidFill>
              </a:rPr>
              <a:t>‘_p’/’_h’ indicates whether feature belongs to phage or host</a:t>
            </a:r>
            <a:endParaRPr sz="1000">
              <a:solidFill>
                <a:schemeClr val="dk2"/>
              </a:solidFill>
            </a:endParaRPr>
          </a:p>
        </p:txBody>
      </p:sp>
      <p:sp>
        <p:nvSpPr>
          <p:cNvPr id="93" name="Google Shape;93;p16"/>
          <p:cNvSpPr txBox="1"/>
          <p:nvPr/>
        </p:nvSpPr>
        <p:spPr>
          <a:xfrm>
            <a:off x="568175" y="697350"/>
            <a:ext cx="7852500" cy="63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n" sz="1000">
                <a:solidFill>
                  <a:schemeClr val="dk1"/>
                </a:solidFill>
                <a:highlight>
                  <a:srgbClr val="FFFFFF"/>
                </a:highlight>
                <a:latin typeface="Courier New"/>
                <a:ea typeface="Courier New"/>
                <a:cs typeface="Courier New"/>
                <a:sym typeface="Courier New"/>
              </a:rPr>
              <a:t>Protein: "major head protein"</a:t>
            </a:r>
            <a:endParaRPr sz="10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rPr lang="en" sz="1800">
                <a:solidFill>
                  <a:schemeClr val="dk2"/>
                </a:solidFill>
              </a:rPr>
              <a:t>MATKEQLATANIYEFKKHVELALQETK………………………PVLKGTKAA</a:t>
            </a:r>
            <a:endParaRPr sz="1800">
              <a:solidFill>
                <a:schemeClr val="dk2"/>
              </a:solidFill>
            </a:endParaRPr>
          </a:p>
        </p:txBody>
      </p:sp>
      <p:cxnSp>
        <p:nvCxnSpPr>
          <p:cNvPr id="94" name="Google Shape;94;p16"/>
          <p:cNvCxnSpPr/>
          <p:nvPr/>
        </p:nvCxnSpPr>
        <p:spPr>
          <a:xfrm>
            <a:off x="672525" y="1222925"/>
            <a:ext cx="288300" cy="1611900"/>
          </a:xfrm>
          <a:prstGeom prst="straightConnector1">
            <a:avLst/>
          </a:prstGeom>
          <a:noFill/>
          <a:ln cap="flat" cmpd="sng" w="28575">
            <a:solidFill>
              <a:schemeClr val="dk2"/>
            </a:solidFill>
            <a:prstDash val="solid"/>
            <a:round/>
            <a:headEnd len="med" w="med" type="oval"/>
            <a:tailEnd len="med" w="med" type="oval"/>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7"/>
          <p:cNvSpPr/>
          <p:nvPr/>
        </p:nvSpPr>
        <p:spPr>
          <a:xfrm>
            <a:off x="-53100" y="12700"/>
            <a:ext cx="9197100" cy="812100"/>
          </a:xfrm>
          <a:prstGeom prst="rect">
            <a:avLst/>
          </a:prstGeom>
          <a:solidFill>
            <a:schemeClr val="lt1"/>
          </a:solidFill>
          <a:ln cap="flat" cmpd="sng" w="76200">
            <a:solidFill>
              <a:srgbClr val="44327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0" name="Google Shape;100;p17"/>
          <p:cNvSpPr/>
          <p:nvPr/>
        </p:nvSpPr>
        <p:spPr>
          <a:xfrm>
            <a:off x="-102425" y="824800"/>
            <a:ext cx="9281100" cy="4318800"/>
          </a:xfrm>
          <a:prstGeom prst="rect">
            <a:avLst/>
          </a:prstGeom>
          <a:gradFill>
            <a:gsLst>
              <a:gs pos="0">
                <a:srgbClr val="1E1735"/>
              </a:gs>
              <a:gs pos="100000">
                <a:srgbClr val="443273"/>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7"/>
          <p:cNvSpPr txBox="1"/>
          <p:nvPr>
            <p:ph type="title"/>
          </p:nvPr>
        </p:nvSpPr>
        <p:spPr>
          <a:xfrm>
            <a:off x="675850" y="125575"/>
            <a:ext cx="8142600" cy="55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990"/>
              <a:buFont typeface="Arial"/>
              <a:buNone/>
            </a:pPr>
            <a:r>
              <a:rPr b="1" lang="en" sz="2720">
                <a:solidFill>
                  <a:srgbClr val="443273"/>
                </a:solidFill>
                <a:latin typeface="Roboto Slab"/>
                <a:ea typeface="Roboto Slab"/>
                <a:cs typeface="Roboto Slab"/>
                <a:sym typeface="Roboto Slab"/>
              </a:rPr>
              <a:t>K Means Clustering</a:t>
            </a:r>
            <a:endParaRPr b="1" sz="2720">
              <a:solidFill>
                <a:srgbClr val="443273"/>
              </a:solidFill>
              <a:latin typeface="Roboto Slab"/>
              <a:ea typeface="Roboto Slab"/>
              <a:cs typeface="Roboto Slab"/>
              <a:sym typeface="Roboto Slab"/>
            </a:endParaRPr>
          </a:p>
        </p:txBody>
      </p:sp>
      <p:pic>
        <p:nvPicPr>
          <p:cNvPr id="102" name="Google Shape;102;p17"/>
          <p:cNvPicPr preferRelativeResize="0"/>
          <p:nvPr/>
        </p:nvPicPr>
        <p:blipFill rotWithShape="1">
          <a:blip r:embed="rId3">
            <a:alphaModFix/>
          </a:blip>
          <a:srcRect b="40878" l="0" r="54319" t="13202"/>
          <a:stretch/>
        </p:blipFill>
        <p:spPr>
          <a:xfrm>
            <a:off x="255699" y="276378"/>
            <a:ext cx="312474" cy="314127"/>
          </a:xfrm>
          <a:prstGeom prst="rect">
            <a:avLst/>
          </a:prstGeom>
          <a:noFill/>
          <a:ln>
            <a:noFill/>
          </a:ln>
        </p:spPr>
      </p:pic>
      <p:sp>
        <p:nvSpPr>
          <p:cNvPr id="103" name="Google Shape;103;p17"/>
          <p:cNvSpPr txBox="1"/>
          <p:nvPr/>
        </p:nvSpPr>
        <p:spPr>
          <a:xfrm>
            <a:off x="15125" y="2110625"/>
            <a:ext cx="5327700" cy="1278600"/>
          </a:xfrm>
          <a:prstGeom prst="rect">
            <a:avLst/>
          </a:prstGeom>
          <a:noFill/>
          <a:ln>
            <a:noFill/>
          </a:ln>
        </p:spPr>
        <p:txBody>
          <a:bodyPr anchorCtr="0" anchor="t" bIns="91425" lIns="91425" spcFirstLastPara="1" rIns="91425" wrap="square" tIns="91425">
            <a:noAutofit/>
          </a:bodyPr>
          <a:lstStyle/>
          <a:p>
            <a:pPr indent="-355600" lvl="0" marL="457200" rtl="0" algn="l">
              <a:lnSpc>
                <a:spcPct val="150000"/>
              </a:lnSpc>
              <a:spcBef>
                <a:spcPts val="0"/>
              </a:spcBef>
              <a:spcAft>
                <a:spcPts val="0"/>
              </a:spcAft>
              <a:buClr>
                <a:schemeClr val="lt1"/>
              </a:buClr>
              <a:buSzPts val="2000"/>
              <a:buChar char="●"/>
            </a:pPr>
            <a:r>
              <a:rPr lang="en" sz="2000">
                <a:solidFill>
                  <a:schemeClr val="lt1"/>
                </a:solidFill>
              </a:rPr>
              <a:t>No public database records negative interaction between phages and host</a:t>
            </a:r>
            <a:endParaRPr sz="2000">
              <a:solidFill>
                <a:schemeClr val="lt1"/>
              </a:solidFill>
            </a:endParaRPr>
          </a:p>
          <a:p>
            <a:pPr indent="-355600" lvl="0" marL="457200" rtl="0" algn="l">
              <a:lnSpc>
                <a:spcPct val="150000"/>
              </a:lnSpc>
              <a:spcBef>
                <a:spcPts val="1000"/>
              </a:spcBef>
              <a:spcAft>
                <a:spcPts val="0"/>
              </a:spcAft>
              <a:buClr>
                <a:schemeClr val="lt1"/>
              </a:buClr>
              <a:buSzPts val="2000"/>
              <a:buChar char="●"/>
            </a:pPr>
            <a:r>
              <a:rPr lang="en" sz="2000">
                <a:solidFill>
                  <a:schemeClr val="lt1"/>
                </a:solidFill>
              </a:rPr>
              <a:t>Create putative negative dataset</a:t>
            </a:r>
            <a:endParaRPr sz="2000">
              <a:solidFill>
                <a:schemeClr val="lt1"/>
              </a:solidFill>
            </a:endParaRPr>
          </a:p>
          <a:p>
            <a:pPr indent="-355600" lvl="0" marL="457200" rtl="0" algn="l">
              <a:lnSpc>
                <a:spcPct val="150000"/>
              </a:lnSpc>
              <a:spcBef>
                <a:spcPts val="1000"/>
              </a:spcBef>
              <a:spcAft>
                <a:spcPts val="0"/>
              </a:spcAft>
              <a:buClr>
                <a:schemeClr val="lt1"/>
              </a:buClr>
              <a:buSzPts val="2000"/>
              <a:buChar char="●"/>
            </a:pPr>
            <a:r>
              <a:rPr lang="en" sz="2000">
                <a:solidFill>
                  <a:schemeClr val="lt1"/>
                </a:solidFill>
              </a:rPr>
              <a:t>Process and Normalize the data</a:t>
            </a:r>
            <a:endParaRPr sz="2000">
              <a:solidFill>
                <a:schemeClr val="lt1"/>
              </a:solidFill>
            </a:endParaRPr>
          </a:p>
          <a:p>
            <a:pPr indent="-355600" lvl="0" marL="457200" rtl="0" algn="l">
              <a:lnSpc>
                <a:spcPct val="150000"/>
              </a:lnSpc>
              <a:spcBef>
                <a:spcPts val="1000"/>
              </a:spcBef>
              <a:spcAft>
                <a:spcPts val="1000"/>
              </a:spcAft>
              <a:buClr>
                <a:schemeClr val="lt1"/>
              </a:buClr>
              <a:buSzPts val="2000"/>
              <a:buChar char="●"/>
            </a:pPr>
            <a:r>
              <a:rPr lang="en" sz="2000">
                <a:solidFill>
                  <a:schemeClr val="lt1"/>
                </a:solidFill>
              </a:rPr>
              <a:t>Find Optimal value for clustering the data </a:t>
            </a:r>
            <a:endParaRPr sz="2000">
              <a:solidFill>
                <a:schemeClr val="lt1"/>
              </a:solidFill>
            </a:endParaRPr>
          </a:p>
        </p:txBody>
      </p:sp>
      <p:sp>
        <p:nvSpPr>
          <p:cNvPr id="104" name="Google Shape;104;p17"/>
          <p:cNvSpPr txBox="1"/>
          <p:nvPr/>
        </p:nvSpPr>
        <p:spPr>
          <a:xfrm>
            <a:off x="243725" y="1069925"/>
            <a:ext cx="8807400" cy="812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200">
                <a:solidFill>
                  <a:srgbClr val="00BACC"/>
                </a:solidFill>
              </a:rPr>
              <a:t>Problem: Absence of Experimentally Verified </a:t>
            </a:r>
            <a:endParaRPr b="1" sz="2200">
              <a:solidFill>
                <a:srgbClr val="00BACC"/>
              </a:solidFill>
            </a:endParaRPr>
          </a:p>
          <a:p>
            <a:pPr indent="0" lvl="0" marL="0" rtl="0" algn="ctr">
              <a:spcBef>
                <a:spcPts val="0"/>
              </a:spcBef>
              <a:spcAft>
                <a:spcPts val="0"/>
              </a:spcAft>
              <a:buNone/>
            </a:pPr>
            <a:r>
              <a:rPr b="1" lang="en" sz="2200">
                <a:solidFill>
                  <a:srgbClr val="00BACC"/>
                </a:solidFill>
              </a:rPr>
              <a:t>Negative Interaction Data</a:t>
            </a:r>
            <a:endParaRPr b="1" sz="2200">
              <a:solidFill>
                <a:srgbClr val="00BACC"/>
              </a:solidFill>
            </a:endParaRPr>
          </a:p>
        </p:txBody>
      </p:sp>
      <p:pic>
        <p:nvPicPr>
          <p:cNvPr id="105" name="Google Shape;105;p17"/>
          <p:cNvPicPr preferRelativeResize="0"/>
          <p:nvPr/>
        </p:nvPicPr>
        <p:blipFill>
          <a:blip r:embed="rId4">
            <a:alphaModFix/>
          </a:blip>
          <a:stretch>
            <a:fillRect/>
          </a:stretch>
        </p:blipFill>
        <p:spPr>
          <a:xfrm>
            <a:off x="5658830" y="2191400"/>
            <a:ext cx="3390276" cy="2571750"/>
          </a:xfrm>
          <a:prstGeom prst="rect">
            <a:avLst/>
          </a:prstGeom>
          <a:noFill/>
          <a:ln>
            <a:noFill/>
          </a:ln>
        </p:spPr>
      </p:pic>
      <p:sp>
        <p:nvSpPr>
          <p:cNvPr id="106" name="Google Shape;106;p17"/>
          <p:cNvSpPr txBox="1"/>
          <p:nvPr/>
        </p:nvSpPr>
        <p:spPr>
          <a:xfrm>
            <a:off x="4576925" y="4891000"/>
            <a:ext cx="7152600" cy="25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lt1"/>
                </a:solidFill>
              </a:rPr>
              <a:t>https://colab.research.google.com/drive/11Ml-XvWNOHN2OM2uSlpzp-mDkRh2SOQz?usp=sharing</a:t>
            </a:r>
            <a:endParaRPr sz="800">
              <a:solidFill>
                <a:schemeClr val="lt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8"/>
          <p:cNvSpPr/>
          <p:nvPr/>
        </p:nvSpPr>
        <p:spPr>
          <a:xfrm>
            <a:off x="-53100" y="12700"/>
            <a:ext cx="9197100" cy="812100"/>
          </a:xfrm>
          <a:prstGeom prst="rect">
            <a:avLst/>
          </a:prstGeom>
          <a:solidFill>
            <a:schemeClr val="lt1"/>
          </a:solidFill>
          <a:ln cap="flat" cmpd="sng" w="76200">
            <a:solidFill>
              <a:srgbClr val="44327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2" name="Google Shape;112;p18"/>
          <p:cNvSpPr/>
          <p:nvPr/>
        </p:nvSpPr>
        <p:spPr>
          <a:xfrm>
            <a:off x="-102425" y="824800"/>
            <a:ext cx="9281100" cy="4318800"/>
          </a:xfrm>
          <a:prstGeom prst="rect">
            <a:avLst/>
          </a:prstGeom>
          <a:gradFill>
            <a:gsLst>
              <a:gs pos="0">
                <a:srgbClr val="1E1735"/>
              </a:gs>
              <a:gs pos="100000">
                <a:srgbClr val="443273"/>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8"/>
          <p:cNvSpPr txBox="1"/>
          <p:nvPr>
            <p:ph type="title"/>
          </p:nvPr>
        </p:nvSpPr>
        <p:spPr>
          <a:xfrm>
            <a:off x="675850" y="125575"/>
            <a:ext cx="8142600" cy="55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990"/>
              <a:buFont typeface="Arial"/>
              <a:buNone/>
            </a:pPr>
            <a:r>
              <a:rPr b="1" lang="en" sz="2720">
                <a:solidFill>
                  <a:srgbClr val="443273"/>
                </a:solidFill>
                <a:latin typeface="Roboto Slab"/>
                <a:ea typeface="Roboto Slab"/>
                <a:cs typeface="Roboto Slab"/>
                <a:sym typeface="Roboto Slab"/>
              </a:rPr>
              <a:t>K Means Clustering</a:t>
            </a:r>
            <a:endParaRPr b="1" sz="2720">
              <a:solidFill>
                <a:srgbClr val="443273"/>
              </a:solidFill>
              <a:latin typeface="Roboto Slab"/>
              <a:ea typeface="Roboto Slab"/>
              <a:cs typeface="Roboto Slab"/>
              <a:sym typeface="Roboto Slab"/>
            </a:endParaRPr>
          </a:p>
        </p:txBody>
      </p:sp>
      <p:pic>
        <p:nvPicPr>
          <p:cNvPr id="114" name="Google Shape;114;p18"/>
          <p:cNvPicPr preferRelativeResize="0"/>
          <p:nvPr/>
        </p:nvPicPr>
        <p:blipFill rotWithShape="1">
          <a:blip r:embed="rId3">
            <a:alphaModFix/>
          </a:blip>
          <a:srcRect b="40878" l="0" r="54319" t="13202"/>
          <a:stretch/>
        </p:blipFill>
        <p:spPr>
          <a:xfrm>
            <a:off x="255699" y="276378"/>
            <a:ext cx="312474" cy="314127"/>
          </a:xfrm>
          <a:prstGeom prst="rect">
            <a:avLst/>
          </a:prstGeom>
          <a:noFill/>
          <a:ln>
            <a:noFill/>
          </a:ln>
        </p:spPr>
      </p:pic>
      <p:sp>
        <p:nvSpPr>
          <p:cNvPr id="115" name="Google Shape;115;p18"/>
          <p:cNvSpPr txBox="1"/>
          <p:nvPr/>
        </p:nvSpPr>
        <p:spPr>
          <a:xfrm>
            <a:off x="91325" y="662825"/>
            <a:ext cx="5588400" cy="127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000">
              <a:solidFill>
                <a:schemeClr val="lt1"/>
              </a:solidFill>
            </a:endParaRPr>
          </a:p>
          <a:p>
            <a:pPr indent="-355600" lvl="0" marL="457200" rtl="0" algn="l">
              <a:spcBef>
                <a:spcPts val="1000"/>
              </a:spcBef>
              <a:spcAft>
                <a:spcPts val="0"/>
              </a:spcAft>
              <a:buClr>
                <a:schemeClr val="lt1"/>
              </a:buClr>
              <a:buSzPts val="2000"/>
              <a:buChar char="●"/>
            </a:pPr>
            <a:r>
              <a:rPr lang="en" sz="2000">
                <a:solidFill>
                  <a:schemeClr val="lt1"/>
                </a:solidFill>
              </a:rPr>
              <a:t>Cluster data with optimal value of K</a:t>
            </a:r>
            <a:endParaRPr sz="2000">
              <a:solidFill>
                <a:schemeClr val="lt1"/>
              </a:solidFill>
            </a:endParaRPr>
          </a:p>
          <a:p>
            <a:pPr indent="-355600" lvl="0" marL="457200" rtl="0" algn="l">
              <a:spcBef>
                <a:spcPts val="1000"/>
              </a:spcBef>
              <a:spcAft>
                <a:spcPts val="0"/>
              </a:spcAft>
              <a:buClr>
                <a:schemeClr val="lt1"/>
              </a:buClr>
              <a:buSzPts val="2000"/>
              <a:buChar char="●"/>
            </a:pPr>
            <a:r>
              <a:rPr lang="en" sz="2000">
                <a:solidFill>
                  <a:schemeClr val="lt1"/>
                </a:solidFill>
              </a:rPr>
              <a:t>Selecting representatives of the Negative dataset</a:t>
            </a:r>
            <a:endParaRPr sz="2000">
              <a:solidFill>
                <a:schemeClr val="lt1"/>
              </a:solidFill>
            </a:endParaRPr>
          </a:p>
          <a:p>
            <a:pPr indent="-355600" lvl="0" marL="457200" rtl="0" algn="l">
              <a:spcBef>
                <a:spcPts val="1000"/>
              </a:spcBef>
              <a:spcAft>
                <a:spcPts val="0"/>
              </a:spcAft>
              <a:buClr>
                <a:schemeClr val="lt1"/>
              </a:buClr>
              <a:buSzPts val="2000"/>
              <a:buChar char="●"/>
            </a:pPr>
            <a:r>
              <a:rPr lang="en" sz="2000">
                <a:solidFill>
                  <a:schemeClr val="lt1"/>
                </a:solidFill>
              </a:rPr>
              <a:t>Capture variability and distribution of dataset</a:t>
            </a:r>
            <a:endParaRPr sz="2000">
              <a:solidFill>
                <a:schemeClr val="lt1"/>
              </a:solidFill>
            </a:endParaRPr>
          </a:p>
          <a:p>
            <a:pPr indent="-355600" lvl="0" marL="457200" rtl="0" algn="l">
              <a:spcBef>
                <a:spcPts val="1000"/>
              </a:spcBef>
              <a:spcAft>
                <a:spcPts val="0"/>
              </a:spcAft>
              <a:buClr>
                <a:schemeClr val="lt1"/>
              </a:buClr>
              <a:buSzPts val="2000"/>
              <a:buChar char="●"/>
            </a:pPr>
            <a:r>
              <a:rPr lang="en" sz="2000">
                <a:solidFill>
                  <a:schemeClr val="lt1"/>
                </a:solidFill>
              </a:rPr>
              <a:t>Compute distances to Positive Interaction Data </a:t>
            </a:r>
            <a:endParaRPr sz="2000">
              <a:solidFill>
                <a:schemeClr val="lt1"/>
              </a:solidFill>
            </a:endParaRPr>
          </a:p>
          <a:p>
            <a:pPr indent="-355600" lvl="0" marL="457200" rtl="0" algn="l">
              <a:spcBef>
                <a:spcPts val="1000"/>
              </a:spcBef>
              <a:spcAft>
                <a:spcPts val="1000"/>
              </a:spcAft>
              <a:buClr>
                <a:schemeClr val="lt1"/>
              </a:buClr>
              <a:buSzPts val="2000"/>
              <a:buChar char="●"/>
            </a:pPr>
            <a:r>
              <a:rPr lang="en" sz="2000">
                <a:solidFill>
                  <a:schemeClr val="lt1"/>
                </a:solidFill>
              </a:rPr>
              <a:t>Extract high reliable negative d</a:t>
            </a:r>
            <a:r>
              <a:rPr lang="en" sz="2000">
                <a:solidFill>
                  <a:schemeClr val="lt1"/>
                </a:solidFill>
              </a:rPr>
              <a:t>ata points</a:t>
            </a:r>
            <a:endParaRPr sz="2000">
              <a:solidFill>
                <a:schemeClr val="lt1"/>
              </a:solidFill>
            </a:endParaRPr>
          </a:p>
        </p:txBody>
      </p:sp>
      <p:pic>
        <p:nvPicPr>
          <p:cNvPr id="116" name="Google Shape;116;p18"/>
          <p:cNvPicPr preferRelativeResize="0"/>
          <p:nvPr/>
        </p:nvPicPr>
        <p:blipFill>
          <a:blip r:embed="rId4">
            <a:alphaModFix/>
          </a:blip>
          <a:stretch>
            <a:fillRect/>
          </a:stretch>
        </p:blipFill>
        <p:spPr>
          <a:xfrm>
            <a:off x="5703725" y="1043824"/>
            <a:ext cx="3064925" cy="1593276"/>
          </a:xfrm>
          <a:prstGeom prst="rect">
            <a:avLst/>
          </a:prstGeom>
          <a:noFill/>
          <a:ln>
            <a:noFill/>
          </a:ln>
        </p:spPr>
      </p:pic>
      <p:pic>
        <p:nvPicPr>
          <p:cNvPr id="117" name="Google Shape;117;p18"/>
          <p:cNvPicPr preferRelativeResize="0"/>
          <p:nvPr/>
        </p:nvPicPr>
        <p:blipFill rotWithShape="1">
          <a:blip r:embed="rId5">
            <a:alphaModFix/>
          </a:blip>
          <a:srcRect b="-7830" l="0" r="0" t="7830"/>
          <a:stretch/>
        </p:blipFill>
        <p:spPr>
          <a:xfrm>
            <a:off x="6280970" y="2924150"/>
            <a:ext cx="2215243" cy="2506401"/>
          </a:xfrm>
          <a:prstGeom prst="rect">
            <a:avLst/>
          </a:prstGeom>
          <a:noFill/>
          <a:ln>
            <a:noFill/>
          </a:ln>
        </p:spPr>
      </p:pic>
      <p:sp>
        <p:nvSpPr>
          <p:cNvPr id="118" name="Google Shape;118;p18"/>
          <p:cNvSpPr txBox="1"/>
          <p:nvPr/>
        </p:nvSpPr>
        <p:spPr>
          <a:xfrm>
            <a:off x="-867525" y="4407700"/>
            <a:ext cx="8807400" cy="812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200">
                <a:solidFill>
                  <a:srgbClr val="00BACC"/>
                </a:solidFill>
              </a:rPr>
              <a:t>Balanced Dataset </a:t>
            </a:r>
            <a:endParaRPr b="1" sz="2200">
              <a:solidFill>
                <a:srgbClr val="00BACC"/>
              </a:solidFill>
            </a:endParaRPr>
          </a:p>
        </p:txBody>
      </p:sp>
      <p:pic>
        <p:nvPicPr>
          <p:cNvPr id="119" name="Google Shape;119;p18"/>
          <p:cNvPicPr preferRelativeResize="0"/>
          <p:nvPr/>
        </p:nvPicPr>
        <p:blipFill rotWithShape="1">
          <a:blip r:embed="rId3">
            <a:alphaModFix/>
          </a:blip>
          <a:srcRect b="40878" l="0" r="54319" t="13202"/>
          <a:stretch/>
        </p:blipFill>
        <p:spPr>
          <a:xfrm>
            <a:off x="1866499" y="4556278"/>
            <a:ext cx="312474" cy="314127"/>
          </a:xfrm>
          <a:prstGeom prst="rect">
            <a:avLst/>
          </a:prstGeom>
          <a:noFill/>
          <a:ln>
            <a:noFill/>
          </a:ln>
        </p:spPr>
      </p:pic>
      <p:pic>
        <p:nvPicPr>
          <p:cNvPr id="120" name="Google Shape;120;p18"/>
          <p:cNvPicPr preferRelativeResize="0"/>
          <p:nvPr/>
        </p:nvPicPr>
        <p:blipFill rotWithShape="1">
          <a:blip r:embed="rId3">
            <a:alphaModFix/>
          </a:blip>
          <a:srcRect b="40878" l="0" r="54319" t="13202"/>
          <a:stretch/>
        </p:blipFill>
        <p:spPr>
          <a:xfrm>
            <a:off x="4899674" y="4556278"/>
            <a:ext cx="312474" cy="31412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1E1735"/>
            </a:gs>
            <a:gs pos="100000">
              <a:srgbClr val="443273"/>
            </a:gs>
          </a:gsLst>
          <a:lin ang="13500032" scaled="0"/>
        </a:gradFill>
      </p:bgPr>
    </p:bg>
    <p:spTree>
      <p:nvGrpSpPr>
        <p:cNvPr id="124" name="Shape 124"/>
        <p:cNvGrpSpPr/>
        <p:nvPr/>
      </p:nvGrpSpPr>
      <p:grpSpPr>
        <a:xfrm>
          <a:off x="0" y="0"/>
          <a:ext cx="0" cy="0"/>
          <a:chOff x="0" y="0"/>
          <a:chExt cx="0" cy="0"/>
        </a:xfrm>
      </p:grpSpPr>
      <p:sp>
        <p:nvSpPr>
          <p:cNvPr id="125" name="Google Shape;125;p19"/>
          <p:cNvSpPr txBox="1"/>
          <p:nvPr>
            <p:ph type="title"/>
          </p:nvPr>
        </p:nvSpPr>
        <p:spPr>
          <a:xfrm>
            <a:off x="675850" y="201775"/>
            <a:ext cx="8142600" cy="55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b="1" lang="en">
                <a:solidFill>
                  <a:srgbClr val="00BACC"/>
                </a:solidFill>
                <a:latin typeface="Roboto"/>
                <a:ea typeface="Roboto"/>
                <a:cs typeface="Roboto"/>
                <a:sym typeface="Roboto"/>
              </a:rPr>
              <a:t>Classification Models</a:t>
            </a:r>
            <a:endParaRPr b="1">
              <a:solidFill>
                <a:srgbClr val="00BACC"/>
              </a:solidFill>
              <a:latin typeface="Roboto"/>
              <a:ea typeface="Roboto"/>
              <a:cs typeface="Roboto"/>
              <a:sym typeface="Roboto"/>
            </a:endParaRPr>
          </a:p>
        </p:txBody>
      </p:sp>
      <p:pic>
        <p:nvPicPr>
          <p:cNvPr id="126" name="Google Shape;126;p19"/>
          <p:cNvPicPr preferRelativeResize="0"/>
          <p:nvPr/>
        </p:nvPicPr>
        <p:blipFill rotWithShape="1">
          <a:blip r:embed="rId3">
            <a:alphaModFix/>
          </a:blip>
          <a:srcRect b="40878" l="0" r="54319" t="13202"/>
          <a:stretch/>
        </p:blipFill>
        <p:spPr>
          <a:xfrm>
            <a:off x="255699" y="352578"/>
            <a:ext cx="312474" cy="314127"/>
          </a:xfrm>
          <a:prstGeom prst="rect">
            <a:avLst/>
          </a:prstGeom>
          <a:noFill/>
          <a:ln>
            <a:noFill/>
          </a:ln>
        </p:spPr>
      </p:pic>
      <p:sp>
        <p:nvSpPr>
          <p:cNvPr id="127" name="Google Shape;127;p19"/>
          <p:cNvSpPr txBox="1"/>
          <p:nvPr/>
        </p:nvSpPr>
        <p:spPr>
          <a:xfrm>
            <a:off x="605725" y="3269125"/>
            <a:ext cx="2305500" cy="6402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1700">
                <a:solidFill>
                  <a:srgbClr val="FFFFFF"/>
                </a:solidFill>
                <a:latin typeface="Epilogue"/>
                <a:ea typeface="Epilogue"/>
                <a:cs typeface="Epilogue"/>
                <a:sym typeface="Epilogue"/>
              </a:rPr>
              <a:t>Random </a:t>
            </a:r>
            <a:endParaRPr b="1" sz="1700">
              <a:solidFill>
                <a:srgbClr val="FFFFFF"/>
              </a:solidFill>
              <a:latin typeface="Epilogue"/>
              <a:ea typeface="Epilogue"/>
              <a:cs typeface="Epilogue"/>
              <a:sym typeface="Epilogue"/>
            </a:endParaRPr>
          </a:p>
          <a:p>
            <a:pPr indent="0" lvl="0" marL="0" rtl="0" algn="ctr">
              <a:spcBef>
                <a:spcPts val="0"/>
              </a:spcBef>
              <a:spcAft>
                <a:spcPts val="0"/>
              </a:spcAft>
              <a:buNone/>
            </a:pPr>
            <a:r>
              <a:rPr b="1" lang="en" sz="1700">
                <a:solidFill>
                  <a:srgbClr val="FFFFFF"/>
                </a:solidFill>
                <a:latin typeface="Epilogue"/>
                <a:ea typeface="Epilogue"/>
                <a:cs typeface="Epilogue"/>
                <a:sym typeface="Epilogue"/>
              </a:rPr>
              <a:t>Forest</a:t>
            </a:r>
            <a:endParaRPr b="1" sz="1700">
              <a:solidFill>
                <a:srgbClr val="FFFFFF"/>
              </a:solidFill>
              <a:latin typeface="Epilogue"/>
              <a:ea typeface="Epilogue"/>
              <a:cs typeface="Epilogue"/>
              <a:sym typeface="Epilogue"/>
            </a:endParaRPr>
          </a:p>
        </p:txBody>
      </p:sp>
      <p:sp>
        <p:nvSpPr>
          <p:cNvPr id="128" name="Google Shape;128;p19"/>
          <p:cNvSpPr txBox="1"/>
          <p:nvPr/>
        </p:nvSpPr>
        <p:spPr>
          <a:xfrm>
            <a:off x="3228747" y="3269125"/>
            <a:ext cx="2305500" cy="6402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1700">
                <a:solidFill>
                  <a:srgbClr val="FFFFFF"/>
                </a:solidFill>
                <a:latin typeface="Epilogue"/>
                <a:ea typeface="Epilogue"/>
                <a:cs typeface="Epilogue"/>
                <a:sym typeface="Epilogue"/>
              </a:rPr>
              <a:t>K Nearest Neighbour</a:t>
            </a:r>
            <a:endParaRPr b="1" sz="1700">
              <a:solidFill>
                <a:srgbClr val="FFFFFF"/>
              </a:solidFill>
              <a:latin typeface="Epilogue"/>
              <a:ea typeface="Epilogue"/>
              <a:cs typeface="Epilogue"/>
              <a:sym typeface="Epilogue"/>
            </a:endParaRPr>
          </a:p>
        </p:txBody>
      </p:sp>
      <p:sp>
        <p:nvSpPr>
          <p:cNvPr id="129" name="Google Shape;129;p19"/>
          <p:cNvSpPr txBox="1"/>
          <p:nvPr/>
        </p:nvSpPr>
        <p:spPr>
          <a:xfrm>
            <a:off x="6080369" y="3269125"/>
            <a:ext cx="2305500" cy="6402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1700">
                <a:solidFill>
                  <a:srgbClr val="FFFFFF"/>
                </a:solidFill>
                <a:latin typeface="Epilogue"/>
                <a:ea typeface="Epilogue"/>
                <a:cs typeface="Epilogue"/>
                <a:sym typeface="Epilogue"/>
              </a:rPr>
              <a:t>Neural </a:t>
            </a:r>
            <a:endParaRPr b="1" sz="1700">
              <a:solidFill>
                <a:srgbClr val="FFFFFF"/>
              </a:solidFill>
              <a:latin typeface="Epilogue"/>
              <a:ea typeface="Epilogue"/>
              <a:cs typeface="Epilogue"/>
              <a:sym typeface="Epilogue"/>
            </a:endParaRPr>
          </a:p>
          <a:p>
            <a:pPr indent="0" lvl="0" marL="0" rtl="0" algn="ctr">
              <a:spcBef>
                <a:spcPts val="0"/>
              </a:spcBef>
              <a:spcAft>
                <a:spcPts val="0"/>
              </a:spcAft>
              <a:buNone/>
            </a:pPr>
            <a:r>
              <a:rPr b="1" lang="en" sz="1700">
                <a:solidFill>
                  <a:srgbClr val="FFFFFF"/>
                </a:solidFill>
                <a:latin typeface="Epilogue"/>
                <a:ea typeface="Epilogue"/>
                <a:cs typeface="Epilogue"/>
                <a:sym typeface="Epilogue"/>
              </a:rPr>
              <a:t>Network</a:t>
            </a:r>
            <a:endParaRPr b="1" sz="1700">
              <a:solidFill>
                <a:srgbClr val="FFFFFF"/>
              </a:solidFill>
              <a:latin typeface="Epilogue"/>
              <a:ea typeface="Epilogue"/>
              <a:cs typeface="Epilogue"/>
              <a:sym typeface="Epilogue"/>
            </a:endParaRPr>
          </a:p>
        </p:txBody>
      </p:sp>
      <p:sp>
        <p:nvSpPr>
          <p:cNvPr id="130" name="Google Shape;130;p19"/>
          <p:cNvSpPr/>
          <p:nvPr/>
        </p:nvSpPr>
        <p:spPr>
          <a:xfrm>
            <a:off x="1215323" y="2202325"/>
            <a:ext cx="914400" cy="914400"/>
          </a:xfrm>
          <a:prstGeom prst="ellipse">
            <a:avLst/>
          </a:prstGeom>
          <a:solidFill>
            <a:srgbClr val="FBB84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sp>
        <p:nvSpPr>
          <p:cNvPr id="131" name="Google Shape;131;p19"/>
          <p:cNvSpPr/>
          <p:nvPr/>
        </p:nvSpPr>
        <p:spPr>
          <a:xfrm>
            <a:off x="3914548" y="2202325"/>
            <a:ext cx="914400" cy="914400"/>
          </a:xfrm>
          <a:prstGeom prst="ellipse">
            <a:avLst/>
          </a:prstGeom>
          <a:solidFill>
            <a:srgbClr val="5386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sp>
        <p:nvSpPr>
          <p:cNvPr id="132" name="Google Shape;132;p19"/>
          <p:cNvSpPr/>
          <p:nvPr/>
        </p:nvSpPr>
        <p:spPr>
          <a:xfrm>
            <a:off x="6689973" y="2202325"/>
            <a:ext cx="914400" cy="914400"/>
          </a:xfrm>
          <a:prstGeom prst="ellipse">
            <a:avLst/>
          </a:prstGeom>
          <a:solidFill>
            <a:srgbClr val="F585A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sp>
        <p:nvSpPr>
          <p:cNvPr id="133" name="Google Shape;133;p19"/>
          <p:cNvSpPr txBox="1"/>
          <p:nvPr/>
        </p:nvSpPr>
        <p:spPr>
          <a:xfrm>
            <a:off x="91325" y="510425"/>
            <a:ext cx="8309100" cy="127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000">
              <a:solidFill>
                <a:schemeClr val="lt1"/>
              </a:solidFill>
            </a:endParaRPr>
          </a:p>
          <a:p>
            <a:pPr indent="-355600" lvl="0" marL="457200" rtl="0" algn="l">
              <a:spcBef>
                <a:spcPts val="1000"/>
              </a:spcBef>
              <a:spcAft>
                <a:spcPts val="0"/>
              </a:spcAft>
              <a:buClr>
                <a:schemeClr val="lt1"/>
              </a:buClr>
              <a:buSzPts val="2000"/>
              <a:buChar char="●"/>
            </a:pPr>
            <a:r>
              <a:rPr lang="en" sz="2000">
                <a:solidFill>
                  <a:schemeClr val="lt1"/>
                </a:solidFill>
              </a:rPr>
              <a:t>~6000 samples and 158 features</a:t>
            </a:r>
            <a:endParaRPr sz="2000">
              <a:solidFill>
                <a:schemeClr val="lt1"/>
              </a:solidFill>
            </a:endParaRPr>
          </a:p>
          <a:p>
            <a:pPr indent="-355600" lvl="0" marL="457200" rtl="0" algn="l">
              <a:spcBef>
                <a:spcPts val="1000"/>
              </a:spcBef>
              <a:spcAft>
                <a:spcPts val="0"/>
              </a:spcAft>
              <a:buClr>
                <a:schemeClr val="lt1"/>
              </a:buClr>
              <a:buSzPts val="2000"/>
              <a:buChar char="●"/>
            </a:pPr>
            <a:r>
              <a:rPr lang="en" sz="2000">
                <a:solidFill>
                  <a:schemeClr val="lt1"/>
                </a:solidFill>
              </a:rPr>
              <a:t>Split data into training, validation and test sets</a:t>
            </a:r>
            <a:endParaRPr sz="2000">
              <a:solidFill>
                <a:schemeClr val="lt1"/>
              </a:solidFill>
            </a:endParaRPr>
          </a:p>
          <a:p>
            <a:pPr indent="0" lvl="0" marL="0" rtl="0" algn="l">
              <a:spcBef>
                <a:spcPts val="1000"/>
              </a:spcBef>
              <a:spcAft>
                <a:spcPts val="1000"/>
              </a:spcAft>
              <a:buNone/>
            </a:pPr>
            <a:r>
              <a:t/>
            </a:r>
            <a:endParaRPr sz="2000">
              <a:solidFill>
                <a:schemeClr val="lt1"/>
              </a:solidFill>
            </a:endParaRPr>
          </a:p>
        </p:txBody>
      </p:sp>
      <p:sp>
        <p:nvSpPr>
          <p:cNvPr id="134" name="Google Shape;134;p19"/>
          <p:cNvSpPr txBox="1"/>
          <p:nvPr/>
        </p:nvSpPr>
        <p:spPr>
          <a:xfrm>
            <a:off x="226950" y="3767975"/>
            <a:ext cx="8309100" cy="127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000">
              <a:solidFill>
                <a:schemeClr val="lt1"/>
              </a:solidFill>
            </a:endParaRPr>
          </a:p>
          <a:p>
            <a:pPr indent="0" lvl="0" marL="0" rtl="0" algn="l">
              <a:spcBef>
                <a:spcPts val="1000"/>
              </a:spcBef>
              <a:spcAft>
                <a:spcPts val="1000"/>
              </a:spcAft>
              <a:buNone/>
            </a:pPr>
            <a:r>
              <a:t/>
            </a:r>
            <a:endParaRPr sz="2000">
              <a:solidFill>
                <a:schemeClr val="lt1"/>
              </a:solidFill>
            </a:endParaRPr>
          </a:p>
        </p:txBody>
      </p:sp>
      <p:grpSp>
        <p:nvGrpSpPr>
          <p:cNvPr id="135" name="Google Shape;135;p19"/>
          <p:cNvGrpSpPr/>
          <p:nvPr/>
        </p:nvGrpSpPr>
        <p:grpSpPr>
          <a:xfrm>
            <a:off x="1465619" y="2424534"/>
            <a:ext cx="413808" cy="469986"/>
            <a:chOff x="3910637" y="3352690"/>
            <a:chExt cx="256800" cy="357024"/>
          </a:xfrm>
        </p:grpSpPr>
        <p:sp>
          <p:nvSpPr>
            <p:cNvPr id="136" name="Google Shape;136;p19"/>
            <p:cNvSpPr/>
            <p:nvPr/>
          </p:nvSpPr>
          <p:spPr>
            <a:xfrm>
              <a:off x="3910637" y="3352690"/>
              <a:ext cx="256800" cy="357024"/>
            </a:xfrm>
            <a:custGeom>
              <a:rect b="b" l="l" r="r" t="t"/>
              <a:pathLst>
                <a:path extrusionOk="0" h="11157" w="8025">
                  <a:moveTo>
                    <a:pt x="4001" y="310"/>
                  </a:moveTo>
                  <a:cubicBezTo>
                    <a:pt x="4596" y="310"/>
                    <a:pt x="5144" y="608"/>
                    <a:pt x="5477" y="1120"/>
                  </a:cubicBezTo>
                  <a:cubicBezTo>
                    <a:pt x="5501" y="1155"/>
                    <a:pt x="5560" y="1191"/>
                    <a:pt x="5608" y="1191"/>
                  </a:cubicBezTo>
                  <a:lnTo>
                    <a:pt x="5656" y="1191"/>
                  </a:lnTo>
                  <a:cubicBezTo>
                    <a:pt x="6668" y="1191"/>
                    <a:pt x="7501" y="2025"/>
                    <a:pt x="7501" y="3037"/>
                  </a:cubicBezTo>
                  <a:cubicBezTo>
                    <a:pt x="7501" y="3346"/>
                    <a:pt x="7418" y="3656"/>
                    <a:pt x="7263" y="3930"/>
                  </a:cubicBezTo>
                  <a:lnTo>
                    <a:pt x="7215" y="3882"/>
                  </a:lnTo>
                  <a:cubicBezTo>
                    <a:pt x="7186" y="3852"/>
                    <a:pt x="7144" y="3837"/>
                    <a:pt x="7101" y="3837"/>
                  </a:cubicBezTo>
                  <a:cubicBezTo>
                    <a:pt x="7058" y="3837"/>
                    <a:pt x="7013" y="3852"/>
                    <a:pt x="6977" y="3882"/>
                  </a:cubicBezTo>
                  <a:cubicBezTo>
                    <a:pt x="6918" y="3942"/>
                    <a:pt x="6918" y="4049"/>
                    <a:pt x="6977" y="4120"/>
                  </a:cubicBezTo>
                  <a:cubicBezTo>
                    <a:pt x="7418" y="4549"/>
                    <a:pt x="7656" y="5132"/>
                    <a:pt x="7656" y="5763"/>
                  </a:cubicBezTo>
                  <a:cubicBezTo>
                    <a:pt x="7692" y="7025"/>
                    <a:pt x="6668" y="8049"/>
                    <a:pt x="5418" y="8049"/>
                  </a:cubicBezTo>
                  <a:cubicBezTo>
                    <a:pt x="5179" y="8049"/>
                    <a:pt x="4953" y="8025"/>
                    <a:pt x="4727" y="7942"/>
                  </a:cubicBezTo>
                  <a:lnTo>
                    <a:pt x="4715" y="7513"/>
                  </a:lnTo>
                  <a:cubicBezTo>
                    <a:pt x="4763" y="7490"/>
                    <a:pt x="4810" y="7442"/>
                    <a:pt x="4834" y="7394"/>
                  </a:cubicBezTo>
                  <a:cubicBezTo>
                    <a:pt x="4894" y="7335"/>
                    <a:pt x="4894" y="7228"/>
                    <a:pt x="4834" y="7156"/>
                  </a:cubicBezTo>
                  <a:cubicBezTo>
                    <a:pt x="4804" y="7126"/>
                    <a:pt x="4763" y="7112"/>
                    <a:pt x="4720" y="7112"/>
                  </a:cubicBezTo>
                  <a:cubicBezTo>
                    <a:pt x="4676" y="7112"/>
                    <a:pt x="4632" y="7126"/>
                    <a:pt x="4596" y="7156"/>
                  </a:cubicBezTo>
                  <a:cubicBezTo>
                    <a:pt x="4382" y="7371"/>
                    <a:pt x="4120" y="7466"/>
                    <a:pt x="3834" y="7466"/>
                  </a:cubicBezTo>
                  <a:cubicBezTo>
                    <a:pt x="3667" y="7466"/>
                    <a:pt x="3524" y="7442"/>
                    <a:pt x="3370" y="7371"/>
                  </a:cubicBezTo>
                  <a:cubicBezTo>
                    <a:pt x="3350" y="7357"/>
                    <a:pt x="3327" y="7351"/>
                    <a:pt x="3304" y="7351"/>
                  </a:cubicBezTo>
                  <a:cubicBezTo>
                    <a:pt x="3244" y="7351"/>
                    <a:pt x="3181" y="7390"/>
                    <a:pt x="3155" y="7442"/>
                  </a:cubicBezTo>
                  <a:cubicBezTo>
                    <a:pt x="3108" y="7513"/>
                    <a:pt x="3155" y="7621"/>
                    <a:pt x="3227" y="7668"/>
                  </a:cubicBezTo>
                  <a:cubicBezTo>
                    <a:pt x="3358" y="7728"/>
                    <a:pt x="3489" y="7763"/>
                    <a:pt x="3644" y="7787"/>
                  </a:cubicBezTo>
                  <a:lnTo>
                    <a:pt x="3608" y="8347"/>
                  </a:lnTo>
                  <a:cubicBezTo>
                    <a:pt x="3513" y="8359"/>
                    <a:pt x="3405" y="8359"/>
                    <a:pt x="3298" y="8359"/>
                  </a:cubicBezTo>
                  <a:cubicBezTo>
                    <a:pt x="2036" y="8359"/>
                    <a:pt x="1024" y="7335"/>
                    <a:pt x="1024" y="6085"/>
                  </a:cubicBezTo>
                  <a:cubicBezTo>
                    <a:pt x="1024" y="6013"/>
                    <a:pt x="1024" y="5942"/>
                    <a:pt x="1036" y="5858"/>
                  </a:cubicBezTo>
                  <a:cubicBezTo>
                    <a:pt x="1036" y="5823"/>
                    <a:pt x="1024" y="5775"/>
                    <a:pt x="988" y="5739"/>
                  </a:cubicBezTo>
                  <a:cubicBezTo>
                    <a:pt x="560" y="5251"/>
                    <a:pt x="322" y="4644"/>
                    <a:pt x="322" y="3989"/>
                  </a:cubicBezTo>
                  <a:cubicBezTo>
                    <a:pt x="322" y="2906"/>
                    <a:pt x="988" y="1929"/>
                    <a:pt x="1989" y="1548"/>
                  </a:cubicBezTo>
                  <a:lnTo>
                    <a:pt x="1989" y="1548"/>
                  </a:lnTo>
                  <a:cubicBezTo>
                    <a:pt x="1965" y="1656"/>
                    <a:pt x="1941" y="1775"/>
                    <a:pt x="1929" y="1870"/>
                  </a:cubicBezTo>
                  <a:cubicBezTo>
                    <a:pt x="1917" y="1965"/>
                    <a:pt x="1989" y="2037"/>
                    <a:pt x="2084" y="2048"/>
                  </a:cubicBezTo>
                  <a:lnTo>
                    <a:pt x="2096" y="2048"/>
                  </a:lnTo>
                  <a:cubicBezTo>
                    <a:pt x="2179" y="2048"/>
                    <a:pt x="2239" y="1989"/>
                    <a:pt x="2262" y="1906"/>
                  </a:cubicBezTo>
                  <a:cubicBezTo>
                    <a:pt x="2274" y="1715"/>
                    <a:pt x="2322" y="1536"/>
                    <a:pt x="2393" y="1370"/>
                  </a:cubicBezTo>
                  <a:lnTo>
                    <a:pt x="2393" y="1358"/>
                  </a:lnTo>
                  <a:cubicBezTo>
                    <a:pt x="2679" y="715"/>
                    <a:pt x="3298" y="310"/>
                    <a:pt x="4001" y="310"/>
                  </a:cubicBezTo>
                  <a:close/>
                  <a:moveTo>
                    <a:pt x="4394" y="7704"/>
                  </a:moveTo>
                  <a:lnTo>
                    <a:pt x="4536" y="10847"/>
                  </a:lnTo>
                  <a:lnTo>
                    <a:pt x="3834" y="10847"/>
                  </a:lnTo>
                  <a:lnTo>
                    <a:pt x="3989" y="7811"/>
                  </a:lnTo>
                  <a:cubicBezTo>
                    <a:pt x="4120" y="7799"/>
                    <a:pt x="4251" y="7763"/>
                    <a:pt x="4394" y="7704"/>
                  </a:cubicBezTo>
                  <a:close/>
                  <a:moveTo>
                    <a:pt x="4013" y="1"/>
                  </a:moveTo>
                  <a:cubicBezTo>
                    <a:pt x="3215" y="1"/>
                    <a:pt x="2501" y="465"/>
                    <a:pt x="2143" y="1155"/>
                  </a:cubicBezTo>
                  <a:cubicBezTo>
                    <a:pt x="881" y="1536"/>
                    <a:pt x="0" y="2679"/>
                    <a:pt x="0" y="4001"/>
                  </a:cubicBezTo>
                  <a:cubicBezTo>
                    <a:pt x="0" y="4704"/>
                    <a:pt x="250" y="5382"/>
                    <a:pt x="703" y="5918"/>
                  </a:cubicBezTo>
                  <a:lnTo>
                    <a:pt x="703" y="6097"/>
                  </a:lnTo>
                  <a:cubicBezTo>
                    <a:pt x="703" y="7549"/>
                    <a:pt x="1869" y="8704"/>
                    <a:pt x="3298" y="8704"/>
                  </a:cubicBezTo>
                  <a:cubicBezTo>
                    <a:pt x="3405" y="8704"/>
                    <a:pt x="3501" y="8704"/>
                    <a:pt x="3596" y="8692"/>
                  </a:cubicBezTo>
                  <a:lnTo>
                    <a:pt x="3596" y="8692"/>
                  </a:lnTo>
                  <a:lnTo>
                    <a:pt x="3501" y="10835"/>
                  </a:lnTo>
                  <a:lnTo>
                    <a:pt x="3298" y="10835"/>
                  </a:lnTo>
                  <a:cubicBezTo>
                    <a:pt x="3215" y="10835"/>
                    <a:pt x="3143" y="10907"/>
                    <a:pt x="3143" y="11002"/>
                  </a:cubicBezTo>
                  <a:cubicBezTo>
                    <a:pt x="3143" y="11085"/>
                    <a:pt x="3215" y="11157"/>
                    <a:pt x="3298" y="11157"/>
                  </a:cubicBezTo>
                  <a:lnTo>
                    <a:pt x="5048" y="11157"/>
                  </a:lnTo>
                  <a:cubicBezTo>
                    <a:pt x="5132" y="11157"/>
                    <a:pt x="5203" y="11085"/>
                    <a:pt x="5203" y="11002"/>
                  </a:cubicBezTo>
                  <a:cubicBezTo>
                    <a:pt x="5203" y="10907"/>
                    <a:pt x="5132" y="10835"/>
                    <a:pt x="5048" y="10835"/>
                  </a:cubicBezTo>
                  <a:lnTo>
                    <a:pt x="4846" y="10835"/>
                  </a:lnTo>
                  <a:lnTo>
                    <a:pt x="4715" y="8275"/>
                  </a:lnTo>
                  <a:lnTo>
                    <a:pt x="4715" y="8275"/>
                  </a:lnTo>
                  <a:cubicBezTo>
                    <a:pt x="4941" y="8335"/>
                    <a:pt x="5168" y="8359"/>
                    <a:pt x="5382" y="8359"/>
                  </a:cubicBezTo>
                  <a:cubicBezTo>
                    <a:pt x="6834" y="8359"/>
                    <a:pt x="7989" y="7192"/>
                    <a:pt x="7989" y="5763"/>
                  </a:cubicBezTo>
                  <a:cubicBezTo>
                    <a:pt x="8025" y="5204"/>
                    <a:pt x="7846" y="4656"/>
                    <a:pt x="7513" y="4215"/>
                  </a:cubicBezTo>
                  <a:cubicBezTo>
                    <a:pt x="7739" y="3870"/>
                    <a:pt x="7858" y="3465"/>
                    <a:pt x="7858" y="3049"/>
                  </a:cubicBezTo>
                  <a:cubicBezTo>
                    <a:pt x="7858" y="1858"/>
                    <a:pt x="6906" y="894"/>
                    <a:pt x="5715" y="882"/>
                  </a:cubicBezTo>
                  <a:cubicBezTo>
                    <a:pt x="5322" y="322"/>
                    <a:pt x="4691" y="1"/>
                    <a:pt x="401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37" name="Google Shape;137;p19"/>
            <p:cNvSpPr/>
            <p:nvPr/>
          </p:nvSpPr>
          <p:spPr>
            <a:xfrm>
              <a:off x="3960909" y="3498226"/>
              <a:ext cx="60992" cy="60992"/>
            </a:xfrm>
            <a:custGeom>
              <a:rect b="b" l="l" r="r" t="t"/>
              <a:pathLst>
                <a:path extrusionOk="0" h="1906" w="1906">
                  <a:moveTo>
                    <a:pt x="168" y="1"/>
                  </a:moveTo>
                  <a:cubicBezTo>
                    <a:pt x="84" y="1"/>
                    <a:pt x="1" y="84"/>
                    <a:pt x="1" y="167"/>
                  </a:cubicBezTo>
                  <a:cubicBezTo>
                    <a:pt x="1" y="1120"/>
                    <a:pt x="775" y="1906"/>
                    <a:pt x="1751" y="1906"/>
                  </a:cubicBezTo>
                  <a:cubicBezTo>
                    <a:pt x="1834" y="1906"/>
                    <a:pt x="1906" y="1834"/>
                    <a:pt x="1906" y="1751"/>
                  </a:cubicBezTo>
                  <a:cubicBezTo>
                    <a:pt x="1906" y="1656"/>
                    <a:pt x="1834" y="1584"/>
                    <a:pt x="1751" y="1584"/>
                  </a:cubicBezTo>
                  <a:cubicBezTo>
                    <a:pt x="977" y="1584"/>
                    <a:pt x="334" y="953"/>
                    <a:pt x="334" y="167"/>
                  </a:cubicBezTo>
                  <a:cubicBezTo>
                    <a:pt x="334" y="84"/>
                    <a:pt x="263" y="1"/>
                    <a:pt x="16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38" name="Google Shape;138;p19"/>
            <p:cNvSpPr/>
            <p:nvPr/>
          </p:nvSpPr>
          <p:spPr>
            <a:xfrm>
              <a:off x="4083981" y="3408690"/>
              <a:ext cx="44224" cy="43872"/>
            </a:xfrm>
            <a:custGeom>
              <a:rect b="b" l="l" r="r" t="t"/>
              <a:pathLst>
                <a:path extrusionOk="0" h="1371" w="1382">
                  <a:moveTo>
                    <a:pt x="167" y="1"/>
                  </a:moveTo>
                  <a:cubicBezTo>
                    <a:pt x="72" y="1"/>
                    <a:pt x="1" y="84"/>
                    <a:pt x="1" y="167"/>
                  </a:cubicBezTo>
                  <a:cubicBezTo>
                    <a:pt x="1" y="263"/>
                    <a:pt x="72" y="334"/>
                    <a:pt x="167" y="334"/>
                  </a:cubicBezTo>
                  <a:cubicBezTo>
                    <a:pt x="655" y="334"/>
                    <a:pt x="1036" y="739"/>
                    <a:pt x="1036" y="1215"/>
                  </a:cubicBezTo>
                  <a:cubicBezTo>
                    <a:pt x="1036" y="1299"/>
                    <a:pt x="1120" y="1370"/>
                    <a:pt x="1203" y="1370"/>
                  </a:cubicBezTo>
                  <a:cubicBezTo>
                    <a:pt x="1298" y="1370"/>
                    <a:pt x="1370" y="1299"/>
                    <a:pt x="1370" y="1215"/>
                  </a:cubicBezTo>
                  <a:cubicBezTo>
                    <a:pt x="1382" y="560"/>
                    <a:pt x="834" y="1"/>
                    <a:pt x="16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grpSp>
      <p:grpSp>
        <p:nvGrpSpPr>
          <p:cNvPr id="139" name="Google Shape;139;p19"/>
          <p:cNvGrpSpPr/>
          <p:nvPr/>
        </p:nvGrpSpPr>
        <p:grpSpPr>
          <a:xfrm>
            <a:off x="4136776" y="2424513"/>
            <a:ext cx="469953" cy="470002"/>
            <a:chOff x="7529411" y="2414659"/>
            <a:chExt cx="355863" cy="362292"/>
          </a:xfrm>
        </p:grpSpPr>
        <p:sp>
          <p:nvSpPr>
            <p:cNvPr id="140" name="Google Shape;140;p19"/>
            <p:cNvSpPr/>
            <p:nvPr/>
          </p:nvSpPr>
          <p:spPr>
            <a:xfrm>
              <a:off x="7687816" y="2443081"/>
              <a:ext cx="45481" cy="15946"/>
            </a:xfrm>
            <a:custGeom>
              <a:rect b="b" l="l" r="r" t="t"/>
              <a:pathLst>
                <a:path extrusionOk="0" h="501" w="1429">
                  <a:moveTo>
                    <a:pt x="155" y="0"/>
                  </a:moveTo>
                  <a:cubicBezTo>
                    <a:pt x="72" y="0"/>
                    <a:pt x="0" y="72"/>
                    <a:pt x="0" y="167"/>
                  </a:cubicBezTo>
                  <a:cubicBezTo>
                    <a:pt x="0" y="250"/>
                    <a:pt x="72" y="322"/>
                    <a:pt x="155" y="322"/>
                  </a:cubicBezTo>
                  <a:cubicBezTo>
                    <a:pt x="357" y="322"/>
                    <a:pt x="893" y="357"/>
                    <a:pt x="1155" y="488"/>
                  </a:cubicBezTo>
                  <a:cubicBezTo>
                    <a:pt x="1191" y="500"/>
                    <a:pt x="1203" y="500"/>
                    <a:pt x="1227" y="500"/>
                  </a:cubicBezTo>
                  <a:cubicBezTo>
                    <a:pt x="1286" y="500"/>
                    <a:pt x="1346" y="477"/>
                    <a:pt x="1381" y="417"/>
                  </a:cubicBezTo>
                  <a:cubicBezTo>
                    <a:pt x="1429" y="346"/>
                    <a:pt x="1381" y="238"/>
                    <a:pt x="1310" y="191"/>
                  </a:cubicBezTo>
                  <a:cubicBezTo>
                    <a:pt x="917" y="0"/>
                    <a:pt x="191" y="0"/>
                    <a:pt x="15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41" name="Google Shape;141;p19"/>
            <p:cNvSpPr/>
            <p:nvPr/>
          </p:nvSpPr>
          <p:spPr>
            <a:xfrm>
              <a:off x="7648764" y="2414659"/>
              <a:ext cx="123204" cy="168654"/>
            </a:xfrm>
            <a:custGeom>
              <a:rect b="b" l="l" r="r" t="t"/>
              <a:pathLst>
                <a:path extrusionOk="0" h="5299" w="3871">
                  <a:moveTo>
                    <a:pt x="3013" y="322"/>
                  </a:moveTo>
                  <a:lnTo>
                    <a:pt x="3013" y="1024"/>
                  </a:lnTo>
                  <a:cubicBezTo>
                    <a:pt x="3013" y="1143"/>
                    <a:pt x="2977" y="1250"/>
                    <a:pt x="2930" y="1358"/>
                  </a:cubicBezTo>
                  <a:lnTo>
                    <a:pt x="2847" y="1512"/>
                  </a:lnTo>
                  <a:cubicBezTo>
                    <a:pt x="2835" y="1548"/>
                    <a:pt x="2835" y="1560"/>
                    <a:pt x="2835" y="1596"/>
                  </a:cubicBezTo>
                  <a:lnTo>
                    <a:pt x="2835" y="1953"/>
                  </a:lnTo>
                  <a:cubicBezTo>
                    <a:pt x="2835" y="2203"/>
                    <a:pt x="2727" y="2429"/>
                    <a:pt x="2561" y="2608"/>
                  </a:cubicBezTo>
                  <a:cubicBezTo>
                    <a:pt x="2370" y="2763"/>
                    <a:pt x="2144" y="2858"/>
                    <a:pt x="1894" y="2858"/>
                  </a:cubicBezTo>
                  <a:cubicBezTo>
                    <a:pt x="1418" y="2846"/>
                    <a:pt x="1013" y="2405"/>
                    <a:pt x="1013" y="1905"/>
                  </a:cubicBezTo>
                  <a:lnTo>
                    <a:pt x="1013" y="1596"/>
                  </a:lnTo>
                  <a:cubicBezTo>
                    <a:pt x="1013" y="1560"/>
                    <a:pt x="1013" y="1548"/>
                    <a:pt x="1001" y="1512"/>
                  </a:cubicBezTo>
                  <a:lnTo>
                    <a:pt x="894" y="1310"/>
                  </a:lnTo>
                  <a:cubicBezTo>
                    <a:pt x="846" y="1239"/>
                    <a:pt x="834" y="1143"/>
                    <a:pt x="834" y="1072"/>
                  </a:cubicBezTo>
                  <a:lnTo>
                    <a:pt x="834" y="1060"/>
                  </a:lnTo>
                  <a:cubicBezTo>
                    <a:pt x="834" y="655"/>
                    <a:pt x="1168" y="322"/>
                    <a:pt x="1561" y="322"/>
                  </a:cubicBezTo>
                  <a:close/>
                  <a:moveTo>
                    <a:pt x="2299" y="3108"/>
                  </a:moveTo>
                  <a:cubicBezTo>
                    <a:pt x="2299" y="3155"/>
                    <a:pt x="2311" y="3215"/>
                    <a:pt x="2323" y="3263"/>
                  </a:cubicBezTo>
                  <a:lnTo>
                    <a:pt x="1918" y="3679"/>
                  </a:lnTo>
                  <a:lnTo>
                    <a:pt x="1537" y="3286"/>
                  </a:lnTo>
                  <a:cubicBezTo>
                    <a:pt x="1549" y="3263"/>
                    <a:pt x="1549" y="3227"/>
                    <a:pt x="1549" y="3179"/>
                  </a:cubicBezTo>
                  <a:lnTo>
                    <a:pt x="1549" y="3108"/>
                  </a:lnTo>
                  <a:cubicBezTo>
                    <a:pt x="1656" y="3144"/>
                    <a:pt x="1763" y="3167"/>
                    <a:pt x="1882" y="3167"/>
                  </a:cubicBezTo>
                  <a:lnTo>
                    <a:pt x="1918" y="3167"/>
                  </a:lnTo>
                  <a:cubicBezTo>
                    <a:pt x="2061" y="3167"/>
                    <a:pt x="2180" y="3155"/>
                    <a:pt x="2299" y="3108"/>
                  </a:cubicBezTo>
                  <a:close/>
                  <a:moveTo>
                    <a:pt x="1584" y="0"/>
                  </a:moveTo>
                  <a:cubicBezTo>
                    <a:pt x="1001" y="0"/>
                    <a:pt x="525" y="477"/>
                    <a:pt x="525" y="1060"/>
                  </a:cubicBezTo>
                  <a:lnTo>
                    <a:pt x="525" y="1072"/>
                  </a:lnTo>
                  <a:cubicBezTo>
                    <a:pt x="525" y="1203"/>
                    <a:pt x="549" y="1334"/>
                    <a:pt x="608" y="1453"/>
                  </a:cubicBezTo>
                  <a:lnTo>
                    <a:pt x="703" y="1620"/>
                  </a:lnTo>
                  <a:lnTo>
                    <a:pt x="703" y="1893"/>
                  </a:lnTo>
                  <a:cubicBezTo>
                    <a:pt x="703" y="2322"/>
                    <a:pt x="906" y="2703"/>
                    <a:pt x="1239" y="2941"/>
                  </a:cubicBezTo>
                  <a:lnTo>
                    <a:pt x="1239" y="3179"/>
                  </a:lnTo>
                  <a:cubicBezTo>
                    <a:pt x="1239" y="3215"/>
                    <a:pt x="1227" y="3239"/>
                    <a:pt x="1192" y="3239"/>
                  </a:cubicBezTo>
                  <a:lnTo>
                    <a:pt x="513" y="3441"/>
                  </a:lnTo>
                  <a:cubicBezTo>
                    <a:pt x="215" y="3525"/>
                    <a:pt x="1" y="3798"/>
                    <a:pt x="1" y="4108"/>
                  </a:cubicBezTo>
                  <a:lnTo>
                    <a:pt x="1" y="5132"/>
                  </a:lnTo>
                  <a:cubicBezTo>
                    <a:pt x="1" y="5227"/>
                    <a:pt x="72" y="5299"/>
                    <a:pt x="168" y="5299"/>
                  </a:cubicBezTo>
                  <a:cubicBezTo>
                    <a:pt x="251" y="5299"/>
                    <a:pt x="322" y="5227"/>
                    <a:pt x="322" y="5132"/>
                  </a:cubicBezTo>
                  <a:lnTo>
                    <a:pt x="322" y="4108"/>
                  </a:lnTo>
                  <a:cubicBezTo>
                    <a:pt x="322" y="3941"/>
                    <a:pt x="430" y="3798"/>
                    <a:pt x="596" y="3751"/>
                  </a:cubicBezTo>
                  <a:lnTo>
                    <a:pt x="1275" y="3560"/>
                  </a:lnTo>
                  <a:cubicBezTo>
                    <a:pt x="1311" y="3560"/>
                    <a:pt x="1323" y="3536"/>
                    <a:pt x="1358" y="3525"/>
                  </a:cubicBezTo>
                  <a:lnTo>
                    <a:pt x="1775" y="3941"/>
                  </a:lnTo>
                  <a:lnTo>
                    <a:pt x="1775" y="5120"/>
                  </a:lnTo>
                  <a:cubicBezTo>
                    <a:pt x="1775" y="5203"/>
                    <a:pt x="1846" y="5287"/>
                    <a:pt x="1930" y="5287"/>
                  </a:cubicBezTo>
                  <a:cubicBezTo>
                    <a:pt x="2025" y="5287"/>
                    <a:pt x="2096" y="5203"/>
                    <a:pt x="2096" y="5120"/>
                  </a:cubicBezTo>
                  <a:lnTo>
                    <a:pt x="2096" y="3941"/>
                  </a:lnTo>
                  <a:lnTo>
                    <a:pt x="2525" y="3513"/>
                  </a:lnTo>
                  <a:cubicBezTo>
                    <a:pt x="2573" y="3536"/>
                    <a:pt x="2620" y="3560"/>
                    <a:pt x="2680" y="3572"/>
                  </a:cubicBezTo>
                  <a:lnTo>
                    <a:pt x="3275" y="3751"/>
                  </a:lnTo>
                  <a:cubicBezTo>
                    <a:pt x="3442" y="3798"/>
                    <a:pt x="3537" y="3941"/>
                    <a:pt x="3537" y="4108"/>
                  </a:cubicBezTo>
                  <a:lnTo>
                    <a:pt x="3537" y="5132"/>
                  </a:lnTo>
                  <a:cubicBezTo>
                    <a:pt x="3537" y="5227"/>
                    <a:pt x="3620" y="5299"/>
                    <a:pt x="3704" y="5299"/>
                  </a:cubicBezTo>
                  <a:cubicBezTo>
                    <a:pt x="3799" y="5299"/>
                    <a:pt x="3870" y="5227"/>
                    <a:pt x="3870" y="5132"/>
                  </a:cubicBezTo>
                  <a:lnTo>
                    <a:pt x="3870" y="4108"/>
                  </a:lnTo>
                  <a:cubicBezTo>
                    <a:pt x="3870" y="3822"/>
                    <a:pt x="3668" y="3536"/>
                    <a:pt x="3370" y="3465"/>
                  </a:cubicBezTo>
                  <a:lnTo>
                    <a:pt x="2775" y="3286"/>
                  </a:lnTo>
                  <a:cubicBezTo>
                    <a:pt x="2692" y="3263"/>
                    <a:pt x="2632" y="3179"/>
                    <a:pt x="2632" y="3108"/>
                  </a:cubicBezTo>
                  <a:lnTo>
                    <a:pt x="2632" y="2977"/>
                  </a:lnTo>
                  <a:cubicBezTo>
                    <a:pt x="2692" y="2929"/>
                    <a:pt x="2739" y="2882"/>
                    <a:pt x="2799" y="2846"/>
                  </a:cubicBezTo>
                  <a:cubicBezTo>
                    <a:pt x="3037" y="2608"/>
                    <a:pt x="3168" y="2286"/>
                    <a:pt x="3168" y="1953"/>
                  </a:cubicBezTo>
                  <a:lnTo>
                    <a:pt x="3168" y="1631"/>
                  </a:lnTo>
                  <a:lnTo>
                    <a:pt x="3228" y="1501"/>
                  </a:lnTo>
                  <a:cubicBezTo>
                    <a:pt x="3311" y="1358"/>
                    <a:pt x="3347" y="1191"/>
                    <a:pt x="3347" y="1024"/>
                  </a:cubicBezTo>
                  <a:lnTo>
                    <a:pt x="3347" y="167"/>
                  </a:lnTo>
                  <a:cubicBezTo>
                    <a:pt x="3347" y="72"/>
                    <a:pt x="3275" y="0"/>
                    <a:pt x="319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42" name="Google Shape;142;p19"/>
            <p:cNvSpPr/>
            <p:nvPr/>
          </p:nvSpPr>
          <p:spPr>
            <a:xfrm>
              <a:off x="7670757" y="2551072"/>
              <a:ext cx="10248" cy="33005"/>
            </a:xfrm>
            <a:custGeom>
              <a:rect b="b" l="l" r="r" t="t"/>
              <a:pathLst>
                <a:path extrusionOk="0" h="1037" w="322">
                  <a:moveTo>
                    <a:pt x="155" y="1"/>
                  </a:moveTo>
                  <a:cubicBezTo>
                    <a:pt x="72" y="1"/>
                    <a:pt x="0" y="72"/>
                    <a:pt x="0" y="167"/>
                  </a:cubicBezTo>
                  <a:lnTo>
                    <a:pt x="0" y="882"/>
                  </a:lnTo>
                  <a:cubicBezTo>
                    <a:pt x="0" y="965"/>
                    <a:pt x="72" y="1036"/>
                    <a:pt x="155" y="1036"/>
                  </a:cubicBezTo>
                  <a:cubicBezTo>
                    <a:pt x="251" y="1036"/>
                    <a:pt x="322" y="965"/>
                    <a:pt x="322" y="882"/>
                  </a:cubicBezTo>
                  <a:lnTo>
                    <a:pt x="322" y="167"/>
                  </a:lnTo>
                  <a:cubicBezTo>
                    <a:pt x="322" y="72"/>
                    <a:pt x="251" y="1"/>
                    <a:pt x="15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43" name="Google Shape;143;p19"/>
            <p:cNvSpPr/>
            <p:nvPr/>
          </p:nvSpPr>
          <p:spPr>
            <a:xfrm>
              <a:off x="7738963" y="2551072"/>
              <a:ext cx="10280" cy="33005"/>
            </a:xfrm>
            <a:custGeom>
              <a:rect b="b" l="l" r="r" t="t"/>
              <a:pathLst>
                <a:path extrusionOk="0" h="1037" w="323">
                  <a:moveTo>
                    <a:pt x="155" y="1"/>
                  </a:moveTo>
                  <a:cubicBezTo>
                    <a:pt x="72" y="1"/>
                    <a:pt x="1" y="72"/>
                    <a:pt x="1" y="167"/>
                  </a:cubicBezTo>
                  <a:lnTo>
                    <a:pt x="1" y="882"/>
                  </a:lnTo>
                  <a:cubicBezTo>
                    <a:pt x="1" y="965"/>
                    <a:pt x="72" y="1036"/>
                    <a:pt x="155" y="1036"/>
                  </a:cubicBezTo>
                  <a:cubicBezTo>
                    <a:pt x="251" y="1036"/>
                    <a:pt x="322" y="965"/>
                    <a:pt x="322" y="882"/>
                  </a:cubicBezTo>
                  <a:lnTo>
                    <a:pt x="322" y="167"/>
                  </a:lnTo>
                  <a:cubicBezTo>
                    <a:pt x="322" y="72"/>
                    <a:pt x="251" y="1"/>
                    <a:pt x="15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44" name="Google Shape;144;p19"/>
            <p:cNvSpPr/>
            <p:nvPr/>
          </p:nvSpPr>
          <p:spPr>
            <a:xfrm>
              <a:off x="7568432" y="2635956"/>
              <a:ext cx="45513" cy="15946"/>
            </a:xfrm>
            <a:custGeom>
              <a:rect b="b" l="l" r="r" t="t"/>
              <a:pathLst>
                <a:path extrusionOk="0" h="501" w="1430">
                  <a:moveTo>
                    <a:pt x="156" y="1"/>
                  </a:moveTo>
                  <a:cubicBezTo>
                    <a:pt x="72" y="1"/>
                    <a:pt x="1" y="72"/>
                    <a:pt x="1" y="155"/>
                  </a:cubicBezTo>
                  <a:cubicBezTo>
                    <a:pt x="1" y="251"/>
                    <a:pt x="72" y="322"/>
                    <a:pt x="156" y="322"/>
                  </a:cubicBezTo>
                  <a:cubicBezTo>
                    <a:pt x="358" y="322"/>
                    <a:pt x="894" y="358"/>
                    <a:pt x="1156" y="489"/>
                  </a:cubicBezTo>
                  <a:cubicBezTo>
                    <a:pt x="1191" y="501"/>
                    <a:pt x="1203" y="501"/>
                    <a:pt x="1227" y="501"/>
                  </a:cubicBezTo>
                  <a:cubicBezTo>
                    <a:pt x="1287" y="501"/>
                    <a:pt x="1346" y="477"/>
                    <a:pt x="1382" y="417"/>
                  </a:cubicBezTo>
                  <a:cubicBezTo>
                    <a:pt x="1430" y="334"/>
                    <a:pt x="1394" y="239"/>
                    <a:pt x="1310" y="191"/>
                  </a:cubicBezTo>
                  <a:cubicBezTo>
                    <a:pt x="918" y="1"/>
                    <a:pt x="191" y="1"/>
                    <a:pt x="15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45" name="Google Shape;145;p19"/>
            <p:cNvSpPr/>
            <p:nvPr/>
          </p:nvSpPr>
          <p:spPr>
            <a:xfrm>
              <a:off x="7529411" y="2607916"/>
              <a:ext cx="123172" cy="168654"/>
            </a:xfrm>
            <a:custGeom>
              <a:rect b="b" l="l" r="r" t="t"/>
              <a:pathLst>
                <a:path extrusionOk="0" h="5299" w="3870">
                  <a:moveTo>
                    <a:pt x="3025" y="310"/>
                  </a:moveTo>
                  <a:lnTo>
                    <a:pt x="3025" y="1013"/>
                  </a:lnTo>
                  <a:cubicBezTo>
                    <a:pt x="3025" y="1132"/>
                    <a:pt x="2989" y="1239"/>
                    <a:pt x="2953" y="1334"/>
                  </a:cubicBezTo>
                  <a:lnTo>
                    <a:pt x="2858" y="1501"/>
                  </a:lnTo>
                  <a:cubicBezTo>
                    <a:pt x="2846" y="1536"/>
                    <a:pt x="2846" y="1548"/>
                    <a:pt x="2846" y="1572"/>
                  </a:cubicBezTo>
                  <a:lnTo>
                    <a:pt x="2846" y="1929"/>
                  </a:lnTo>
                  <a:cubicBezTo>
                    <a:pt x="2834" y="2191"/>
                    <a:pt x="2727" y="2406"/>
                    <a:pt x="2560" y="2584"/>
                  </a:cubicBezTo>
                  <a:cubicBezTo>
                    <a:pt x="2392" y="2753"/>
                    <a:pt x="2170" y="2847"/>
                    <a:pt x="1945" y="2847"/>
                  </a:cubicBezTo>
                  <a:cubicBezTo>
                    <a:pt x="1932" y="2847"/>
                    <a:pt x="1919" y="2847"/>
                    <a:pt x="1905" y="2846"/>
                  </a:cubicBezTo>
                  <a:cubicBezTo>
                    <a:pt x="1429" y="2822"/>
                    <a:pt x="1024" y="2394"/>
                    <a:pt x="1024" y="1894"/>
                  </a:cubicBezTo>
                  <a:lnTo>
                    <a:pt x="1024" y="1572"/>
                  </a:lnTo>
                  <a:cubicBezTo>
                    <a:pt x="1024" y="1548"/>
                    <a:pt x="1024" y="1536"/>
                    <a:pt x="1012" y="1501"/>
                  </a:cubicBezTo>
                  <a:lnTo>
                    <a:pt x="905" y="1298"/>
                  </a:lnTo>
                  <a:cubicBezTo>
                    <a:pt x="870" y="1215"/>
                    <a:pt x="846" y="1132"/>
                    <a:pt x="846" y="1060"/>
                  </a:cubicBezTo>
                  <a:lnTo>
                    <a:pt x="846" y="1036"/>
                  </a:lnTo>
                  <a:cubicBezTo>
                    <a:pt x="846" y="643"/>
                    <a:pt x="1179" y="310"/>
                    <a:pt x="1584" y="310"/>
                  </a:cubicBezTo>
                  <a:close/>
                  <a:moveTo>
                    <a:pt x="2298" y="3096"/>
                  </a:moveTo>
                  <a:lnTo>
                    <a:pt x="2298" y="3156"/>
                  </a:lnTo>
                  <a:cubicBezTo>
                    <a:pt x="2298" y="3179"/>
                    <a:pt x="2298" y="3215"/>
                    <a:pt x="2310" y="3263"/>
                  </a:cubicBezTo>
                  <a:lnTo>
                    <a:pt x="1917" y="3656"/>
                  </a:lnTo>
                  <a:lnTo>
                    <a:pt x="1536" y="3275"/>
                  </a:lnTo>
                  <a:cubicBezTo>
                    <a:pt x="1548" y="3239"/>
                    <a:pt x="1548" y="3215"/>
                    <a:pt x="1548" y="3168"/>
                  </a:cubicBezTo>
                  <a:lnTo>
                    <a:pt x="1548" y="3096"/>
                  </a:lnTo>
                  <a:cubicBezTo>
                    <a:pt x="1655" y="3120"/>
                    <a:pt x="1763" y="3156"/>
                    <a:pt x="1882" y="3156"/>
                  </a:cubicBezTo>
                  <a:lnTo>
                    <a:pt x="1917" y="3156"/>
                  </a:lnTo>
                  <a:cubicBezTo>
                    <a:pt x="2036" y="3156"/>
                    <a:pt x="2179" y="3132"/>
                    <a:pt x="2298" y="3096"/>
                  </a:cubicBezTo>
                  <a:close/>
                  <a:moveTo>
                    <a:pt x="1584" y="1"/>
                  </a:moveTo>
                  <a:cubicBezTo>
                    <a:pt x="1001" y="1"/>
                    <a:pt x="524" y="477"/>
                    <a:pt x="524" y="1060"/>
                  </a:cubicBezTo>
                  <a:lnTo>
                    <a:pt x="524" y="1072"/>
                  </a:lnTo>
                  <a:cubicBezTo>
                    <a:pt x="524" y="1203"/>
                    <a:pt x="548" y="1334"/>
                    <a:pt x="608" y="1453"/>
                  </a:cubicBezTo>
                  <a:lnTo>
                    <a:pt x="703" y="1620"/>
                  </a:lnTo>
                  <a:lnTo>
                    <a:pt x="703" y="1894"/>
                  </a:lnTo>
                  <a:cubicBezTo>
                    <a:pt x="703" y="2322"/>
                    <a:pt x="905" y="2703"/>
                    <a:pt x="1239" y="2941"/>
                  </a:cubicBezTo>
                  <a:lnTo>
                    <a:pt x="1239" y="3179"/>
                  </a:lnTo>
                  <a:cubicBezTo>
                    <a:pt x="1239" y="3215"/>
                    <a:pt x="1227" y="3239"/>
                    <a:pt x="1191" y="3239"/>
                  </a:cubicBezTo>
                  <a:lnTo>
                    <a:pt x="512" y="3441"/>
                  </a:lnTo>
                  <a:cubicBezTo>
                    <a:pt x="215" y="3525"/>
                    <a:pt x="0" y="3799"/>
                    <a:pt x="0" y="4108"/>
                  </a:cubicBezTo>
                  <a:lnTo>
                    <a:pt x="0" y="5132"/>
                  </a:lnTo>
                  <a:cubicBezTo>
                    <a:pt x="0" y="5227"/>
                    <a:pt x="72" y="5299"/>
                    <a:pt x="167" y="5299"/>
                  </a:cubicBezTo>
                  <a:cubicBezTo>
                    <a:pt x="250" y="5299"/>
                    <a:pt x="322" y="5227"/>
                    <a:pt x="322" y="5132"/>
                  </a:cubicBezTo>
                  <a:lnTo>
                    <a:pt x="322" y="4108"/>
                  </a:lnTo>
                  <a:cubicBezTo>
                    <a:pt x="322" y="3941"/>
                    <a:pt x="429" y="3799"/>
                    <a:pt x="596" y="3751"/>
                  </a:cubicBezTo>
                  <a:lnTo>
                    <a:pt x="1274" y="3560"/>
                  </a:lnTo>
                  <a:cubicBezTo>
                    <a:pt x="1310" y="3560"/>
                    <a:pt x="1322" y="3537"/>
                    <a:pt x="1358" y="3525"/>
                  </a:cubicBezTo>
                  <a:lnTo>
                    <a:pt x="1774" y="3941"/>
                  </a:lnTo>
                  <a:lnTo>
                    <a:pt x="1774" y="5120"/>
                  </a:lnTo>
                  <a:cubicBezTo>
                    <a:pt x="1774" y="5204"/>
                    <a:pt x="1846" y="5287"/>
                    <a:pt x="1929" y="5287"/>
                  </a:cubicBezTo>
                  <a:cubicBezTo>
                    <a:pt x="2025" y="5287"/>
                    <a:pt x="2096" y="5204"/>
                    <a:pt x="2096" y="5120"/>
                  </a:cubicBezTo>
                  <a:lnTo>
                    <a:pt x="2096" y="3941"/>
                  </a:lnTo>
                  <a:lnTo>
                    <a:pt x="2513" y="3525"/>
                  </a:lnTo>
                  <a:cubicBezTo>
                    <a:pt x="2548" y="3537"/>
                    <a:pt x="2560" y="3537"/>
                    <a:pt x="2584" y="3560"/>
                  </a:cubicBezTo>
                  <a:lnTo>
                    <a:pt x="3275" y="3751"/>
                  </a:lnTo>
                  <a:cubicBezTo>
                    <a:pt x="3441" y="3799"/>
                    <a:pt x="3537" y="3941"/>
                    <a:pt x="3537" y="4108"/>
                  </a:cubicBezTo>
                  <a:lnTo>
                    <a:pt x="3537" y="5132"/>
                  </a:lnTo>
                  <a:cubicBezTo>
                    <a:pt x="3537" y="5227"/>
                    <a:pt x="3620" y="5299"/>
                    <a:pt x="3703" y="5299"/>
                  </a:cubicBezTo>
                  <a:cubicBezTo>
                    <a:pt x="3799" y="5299"/>
                    <a:pt x="3870" y="5227"/>
                    <a:pt x="3870" y="5132"/>
                  </a:cubicBezTo>
                  <a:lnTo>
                    <a:pt x="3870" y="4108"/>
                  </a:lnTo>
                  <a:cubicBezTo>
                    <a:pt x="3870" y="3810"/>
                    <a:pt x="3668" y="3537"/>
                    <a:pt x="3370" y="3453"/>
                  </a:cubicBezTo>
                  <a:lnTo>
                    <a:pt x="2679" y="3263"/>
                  </a:lnTo>
                  <a:cubicBezTo>
                    <a:pt x="2656" y="3239"/>
                    <a:pt x="2632" y="3227"/>
                    <a:pt x="2632" y="3203"/>
                  </a:cubicBezTo>
                  <a:lnTo>
                    <a:pt x="2632" y="2977"/>
                  </a:lnTo>
                  <a:cubicBezTo>
                    <a:pt x="2691" y="2929"/>
                    <a:pt x="2739" y="2882"/>
                    <a:pt x="2798" y="2846"/>
                  </a:cubicBezTo>
                  <a:cubicBezTo>
                    <a:pt x="3037" y="2608"/>
                    <a:pt x="3168" y="2287"/>
                    <a:pt x="3168" y="1953"/>
                  </a:cubicBezTo>
                  <a:lnTo>
                    <a:pt x="3168" y="1632"/>
                  </a:lnTo>
                  <a:lnTo>
                    <a:pt x="3227" y="1501"/>
                  </a:lnTo>
                  <a:cubicBezTo>
                    <a:pt x="3310" y="1358"/>
                    <a:pt x="3346" y="1191"/>
                    <a:pt x="3346" y="1024"/>
                  </a:cubicBezTo>
                  <a:lnTo>
                    <a:pt x="3346" y="167"/>
                  </a:lnTo>
                  <a:cubicBezTo>
                    <a:pt x="3346" y="72"/>
                    <a:pt x="3275" y="1"/>
                    <a:pt x="319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46" name="Google Shape;146;p19"/>
            <p:cNvSpPr/>
            <p:nvPr/>
          </p:nvSpPr>
          <p:spPr>
            <a:xfrm>
              <a:off x="7551754" y="2743946"/>
              <a:ext cx="10280" cy="33005"/>
            </a:xfrm>
            <a:custGeom>
              <a:rect b="b" l="l" r="r" t="t"/>
              <a:pathLst>
                <a:path extrusionOk="0" h="1037" w="323">
                  <a:moveTo>
                    <a:pt x="168" y="1"/>
                  </a:moveTo>
                  <a:cubicBezTo>
                    <a:pt x="72" y="1"/>
                    <a:pt x="1" y="72"/>
                    <a:pt x="1" y="156"/>
                  </a:cubicBezTo>
                  <a:lnTo>
                    <a:pt x="1" y="870"/>
                  </a:lnTo>
                  <a:cubicBezTo>
                    <a:pt x="1" y="965"/>
                    <a:pt x="72" y="1037"/>
                    <a:pt x="168" y="1037"/>
                  </a:cubicBezTo>
                  <a:cubicBezTo>
                    <a:pt x="251" y="1037"/>
                    <a:pt x="322" y="965"/>
                    <a:pt x="322" y="870"/>
                  </a:cubicBezTo>
                  <a:lnTo>
                    <a:pt x="322" y="156"/>
                  </a:lnTo>
                  <a:cubicBezTo>
                    <a:pt x="322" y="72"/>
                    <a:pt x="251" y="1"/>
                    <a:pt x="16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47" name="Google Shape;147;p19"/>
            <p:cNvSpPr/>
            <p:nvPr/>
          </p:nvSpPr>
          <p:spPr>
            <a:xfrm>
              <a:off x="7619610" y="2743946"/>
              <a:ext cx="10248" cy="33005"/>
            </a:xfrm>
            <a:custGeom>
              <a:rect b="b" l="l" r="r" t="t"/>
              <a:pathLst>
                <a:path extrusionOk="0" h="1037" w="322">
                  <a:moveTo>
                    <a:pt x="155" y="1"/>
                  </a:moveTo>
                  <a:cubicBezTo>
                    <a:pt x="72" y="1"/>
                    <a:pt x="0" y="72"/>
                    <a:pt x="0" y="156"/>
                  </a:cubicBezTo>
                  <a:lnTo>
                    <a:pt x="0" y="870"/>
                  </a:lnTo>
                  <a:cubicBezTo>
                    <a:pt x="0" y="965"/>
                    <a:pt x="72" y="1037"/>
                    <a:pt x="155" y="1037"/>
                  </a:cubicBezTo>
                  <a:cubicBezTo>
                    <a:pt x="250" y="1037"/>
                    <a:pt x="322" y="965"/>
                    <a:pt x="322" y="870"/>
                  </a:cubicBezTo>
                  <a:lnTo>
                    <a:pt x="322" y="156"/>
                  </a:lnTo>
                  <a:cubicBezTo>
                    <a:pt x="322" y="72"/>
                    <a:pt x="250" y="1"/>
                    <a:pt x="15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48" name="Google Shape;148;p19"/>
            <p:cNvSpPr/>
            <p:nvPr/>
          </p:nvSpPr>
          <p:spPr>
            <a:xfrm>
              <a:off x="7773464" y="2584427"/>
              <a:ext cx="111810" cy="192525"/>
            </a:xfrm>
            <a:custGeom>
              <a:rect b="b" l="l" r="r" t="t"/>
              <a:pathLst>
                <a:path extrusionOk="0" h="6049" w="3513">
                  <a:moveTo>
                    <a:pt x="1738" y="346"/>
                  </a:moveTo>
                  <a:cubicBezTo>
                    <a:pt x="2036" y="346"/>
                    <a:pt x="2286" y="560"/>
                    <a:pt x="2286" y="810"/>
                  </a:cubicBezTo>
                  <a:lnTo>
                    <a:pt x="2286" y="846"/>
                  </a:lnTo>
                  <a:cubicBezTo>
                    <a:pt x="2131" y="762"/>
                    <a:pt x="1929" y="739"/>
                    <a:pt x="1738" y="739"/>
                  </a:cubicBezTo>
                  <a:cubicBezTo>
                    <a:pt x="1548" y="739"/>
                    <a:pt x="1369" y="786"/>
                    <a:pt x="1191" y="846"/>
                  </a:cubicBezTo>
                  <a:lnTo>
                    <a:pt x="1191" y="810"/>
                  </a:lnTo>
                  <a:cubicBezTo>
                    <a:pt x="1203" y="560"/>
                    <a:pt x="1441" y="346"/>
                    <a:pt x="1738" y="346"/>
                  </a:cubicBezTo>
                  <a:close/>
                  <a:moveTo>
                    <a:pt x="1738" y="1048"/>
                  </a:moveTo>
                  <a:cubicBezTo>
                    <a:pt x="2334" y="1048"/>
                    <a:pt x="2822" y="1536"/>
                    <a:pt x="2822" y="2132"/>
                  </a:cubicBezTo>
                  <a:cubicBezTo>
                    <a:pt x="2822" y="2251"/>
                    <a:pt x="2810" y="2358"/>
                    <a:pt x="2762" y="2477"/>
                  </a:cubicBezTo>
                  <a:cubicBezTo>
                    <a:pt x="2286" y="2001"/>
                    <a:pt x="1453" y="1810"/>
                    <a:pt x="1429" y="1798"/>
                  </a:cubicBezTo>
                  <a:cubicBezTo>
                    <a:pt x="1415" y="1791"/>
                    <a:pt x="1400" y="1788"/>
                    <a:pt x="1385" y="1788"/>
                  </a:cubicBezTo>
                  <a:cubicBezTo>
                    <a:pt x="1347" y="1788"/>
                    <a:pt x="1308" y="1805"/>
                    <a:pt x="1274" y="1822"/>
                  </a:cubicBezTo>
                  <a:cubicBezTo>
                    <a:pt x="1238" y="1858"/>
                    <a:pt x="1215" y="1893"/>
                    <a:pt x="1215" y="1953"/>
                  </a:cubicBezTo>
                  <a:cubicBezTo>
                    <a:pt x="1215" y="1977"/>
                    <a:pt x="1203" y="2072"/>
                    <a:pt x="1084" y="2191"/>
                  </a:cubicBezTo>
                  <a:cubicBezTo>
                    <a:pt x="1024" y="2251"/>
                    <a:pt x="1024" y="2358"/>
                    <a:pt x="1084" y="2429"/>
                  </a:cubicBezTo>
                  <a:cubicBezTo>
                    <a:pt x="1111" y="2467"/>
                    <a:pt x="1148" y="2483"/>
                    <a:pt x="1188" y="2483"/>
                  </a:cubicBezTo>
                  <a:cubicBezTo>
                    <a:pt x="1234" y="2483"/>
                    <a:pt x="1283" y="2461"/>
                    <a:pt x="1322" y="2429"/>
                  </a:cubicBezTo>
                  <a:cubicBezTo>
                    <a:pt x="1405" y="2346"/>
                    <a:pt x="1465" y="2239"/>
                    <a:pt x="1500" y="2167"/>
                  </a:cubicBezTo>
                  <a:cubicBezTo>
                    <a:pt x="1786" y="2251"/>
                    <a:pt x="2358" y="2465"/>
                    <a:pt x="2631" y="2834"/>
                  </a:cubicBezTo>
                  <a:cubicBezTo>
                    <a:pt x="2560" y="3263"/>
                    <a:pt x="2191" y="3584"/>
                    <a:pt x="1738" y="3584"/>
                  </a:cubicBezTo>
                  <a:cubicBezTo>
                    <a:pt x="1274" y="3584"/>
                    <a:pt x="893" y="3239"/>
                    <a:pt x="845" y="2774"/>
                  </a:cubicBezTo>
                  <a:cubicBezTo>
                    <a:pt x="845" y="2751"/>
                    <a:pt x="834" y="2727"/>
                    <a:pt x="822" y="2703"/>
                  </a:cubicBezTo>
                  <a:cubicBezTo>
                    <a:pt x="714" y="2536"/>
                    <a:pt x="655" y="2334"/>
                    <a:pt x="655" y="2132"/>
                  </a:cubicBezTo>
                  <a:cubicBezTo>
                    <a:pt x="655" y="1536"/>
                    <a:pt x="1143" y="1048"/>
                    <a:pt x="1738" y="1048"/>
                  </a:cubicBezTo>
                  <a:close/>
                  <a:moveTo>
                    <a:pt x="2131" y="3846"/>
                  </a:moveTo>
                  <a:lnTo>
                    <a:pt x="2131" y="4025"/>
                  </a:lnTo>
                  <a:cubicBezTo>
                    <a:pt x="2131" y="4084"/>
                    <a:pt x="2143" y="4144"/>
                    <a:pt x="2167" y="4191"/>
                  </a:cubicBezTo>
                  <a:lnTo>
                    <a:pt x="1988" y="4334"/>
                  </a:lnTo>
                  <a:cubicBezTo>
                    <a:pt x="1917" y="4400"/>
                    <a:pt x="1825" y="4432"/>
                    <a:pt x="1734" y="4432"/>
                  </a:cubicBezTo>
                  <a:cubicBezTo>
                    <a:pt x="1643" y="4432"/>
                    <a:pt x="1554" y="4400"/>
                    <a:pt x="1488" y="4334"/>
                  </a:cubicBezTo>
                  <a:lnTo>
                    <a:pt x="1334" y="4191"/>
                  </a:lnTo>
                  <a:cubicBezTo>
                    <a:pt x="1369" y="4144"/>
                    <a:pt x="1381" y="4084"/>
                    <a:pt x="1381" y="4025"/>
                  </a:cubicBezTo>
                  <a:lnTo>
                    <a:pt x="1381" y="3846"/>
                  </a:lnTo>
                  <a:cubicBezTo>
                    <a:pt x="1500" y="3870"/>
                    <a:pt x="1619" y="3906"/>
                    <a:pt x="1750" y="3906"/>
                  </a:cubicBezTo>
                  <a:cubicBezTo>
                    <a:pt x="1893" y="3906"/>
                    <a:pt x="2012" y="3894"/>
                    <a:pt x="2131" y="3846"/>
                  </a:cubicBezTo>
                  <a:close/>
                  <a:moveTo>
                    <a:pt x="1750" y="0"/>
                  </a:moveTo>
                  <a:cubicBezTo>
                    <a:pt x="1274" y="0"/>
                    <a:pt x="881" y="358"/>
                    <a:pt x="881" y="798"/>
                  </a:cubicBezTo>
                  <a:cubicBezTo>
                    <a:pt x="881" y="869"/>
                    <a:pt x="893" y="929"/>
                    <a:pt x="905" y="1000"/>
                  </a:cubicBezTo>
                  <a:cubicBezTo>
                    <a:pt x="560" y="1250"/>
                    <a:pt x="345" y="1667"/>
                    <a:pt x="345" y="2132"/>
                  </a:cubicBezTo>
                  <a:cubicBezTo>
                    <a:pt x="345" y="2382"/>
                    <a:pt x="405" y="2632"/>
                    <a:pt x="536" y="2834"/>
                  </a:cubicBezTo>
                  <a:cubicBezTo>
                    <a:pt x="583" y="3191"/>
                    <a:pt x="774" y="3489"/>
                    <a:pt x="1060" y="3679"/>
                  </a:cubicBezTo>
                  <a:lnTo>
                    <a:pt x="1060" y="4025"/>
                  </a:lnTo>
                  <a:lnTo>
                    <a:pt x="1060" y="4037"/>
                  </a:lnTo>
                  <a:lnTo>
                    <a:pt x="381" y="4382"/>
                  </a:lnTo>
                  <a:cubicBezTo>
                    <a:pt x="143" y="4501"/>
                    <a:pt x="0" y="4739"/>
                    <a:pt x="0" y="5013"/>
                  </a:cubicBezTo>
                  <a:lnTo>
                    <a:pt x="0" y="5882"/>
                  </a:lnTo>
                  <a:cubicBezTo>
                    <a:pt x="0" y="5977"/>
                    <a:pt x="72" y="6049"/>
                    <a:pt x="167" y="6049"/>
                  </a:cubicBezTo>
                  <a:cubicBezTo>
                    <a:pt x="250" y="6049"/>
                    <a:pt x="322" y="5977"/>
                    <a:pt x="322" y="5882"/>
                  </a:cubicBezTo>
                  <a:lnTo>
                    <a:pt x="322" y="5013"/>
                  </a:lnTo>
                  <a:cubicBezTo>
                    <a:pt x="322" y="4870"/>
                    <a:pt x="393" y="4739"/>
                    <a:pt x="536" y="4679"/>
                  </a:cubicBezTo>
                  <a:lnTo>
                    <a:pt x="1084" y="4394"/>
                  </a:lnTo>
                  <a:lnTo>
                    <a:pt x="1274" y="4572"/>
                  </a:lnTo>
                  <a:cubicBezTo>
                    <a:pt x="1417" y="4715"/>
                    <a:pt x="1584" y="4775"/>
                    <a:pt x="1750" y="4775"/>
                  </a:cubicBezTo>
                  <a:cubicBezTo>
                    <a:pt x="1929" y="4775"/>
                    <a:pt x="2096" y="4715"/>
                    <a:pt x="2227" y="4572"/>
                  </a:cubicBezTo>
                  <a:lnTo>
                    <a:pt x="2429" y="4394"/>
                  </a:lnTo>
                  <a:lnTo>
                    <a:pt x="2977" y="4679"/>
                  </a:lnTo>
                  <a:cubicBezTo>
                    <a:pt x="3096" y="4739"/>
                    <a:pt x="3179" y="4870"/>
                    <a:pt x="3179" y="5013"/>
                  </a:cubicBezTo>
                  <a:lnTo>
                    <a:pt x="3179" y="5882"/>
                  </a:lnTo>
                  <a:cubicBezTo>
                    <a:pt x="3179" y="5977"/>
                    <a:pt x="3262" y="6049"/>
                    <a:pt x="3346" y="6049"/>
                  </a:cubicBezTo>
                  <a:cubicBezTo>
                    <a:pt x="3441" y="6049"/>
                    <a:pt x="3512" y="5977"/>
                    <a:pt x="3512" y="5882"/>
                  </a:cubicBezTo>
                  <a:lnTo>
                    <a:pt x="3512" y="5013"/>
                  </a:lnTo>
                  <a:cubicBezTo>
                    <a:pt x="3512" y="4739"/>
                    <a:pt x="3358" y="4501"/>
                    <a:pt x="3120" y="4382"/>
                  </a:cubicBezTo>
                  <a:lnTo>
                    <a:pt x="2453" y="4037"/>
                  </a:lnTo>
                  <a:lnTo>
                    <a:pt x="2453" y="4025"/>
                  </a:lnTo>
                  <a:lnTo>
                    <a:pt x="2453" y="3679"/>
                  </a:lnTo>
                  <a:cubicBezTo>
                    <a:pt x="2739" y="3489"/>
                    <a:pt x="2929" y="3191"/>
                    <a:pt x="2977" y="2834"/>
                  </a:cubicBezTo>
                  <a:cubicBezTo>
                    <a:pt x="3096" y="2632"/>
                    <a:pt x="3167" y="2370"/>
                    <a:pt x="3167" y="2132"/>
                  </a:cubicBezTo>
                  <a:cubicBezTo>
                    <a:pt x="3167" y="1667"/>
                    <a:pt x="2941" y="1262"/>
                    <a:pt x="2608" y="1000"/>
                  </a:cubicBezTo>
                  <a:cubicBezTo>
                    <a:pt x="2619" y="941"/>
                    <a:pt x="2631" y="869"/>
                    <a:pt x="2631" y="798"/>
                  </a:cubicBezTo>
                  <a:cubicBezTo>
                    <a:pt x="2631" y="369"/>
                    <a:pt x="2227" y="0"/>
                    <a:pt x="175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49" name="Google Shape;149;p19"/>
            <p:cNvSpPr/>
            <p:nvPr/>
          </p:nvSpPr>
          <p:spPr>
            <a:xfrm>
              <a:off x="7795043" y="2750789"/>
              <a:ext cx="11012" cy="26162"/>
            </a:xfrm>
            <a:custGeom>
              <a:rect b="b" l="l" r="r" t="t"/>
              <a:pathLst>
                <a:path extrusionOk="0" h="822" w="346">
                  <a:moveTo>
                    <a:pt x="167" y="0"/>
                  </a:moveTo>
                  <a:cubicBezTo>
                    <a:pt x="84" y="0"/>
                    <a:pt x="1" y="83"/>
                    <a:pt x="1" y="167"/>
                  </a:cubicBezTo>
                  <a:lnTo>
                    <a:pt x="1" y="655"/>
                  </a:lnTo>
                  <a:cubicBezTo>
                    <a:pt x="1" y="750"/>
                    <a:pt x="84" y="822"/>
                    <a:pt x="167" y="822"/>
                  </a:cubicBezTo>
                  <a:cubicBezTo>
                    <a:pt x="263" y="822"/>
                    <a:pt x="334" y="750"/>
                    <a:pt x="334" y="655"/>
                  </a:cubicBezTo>
                  <a:lnTo>
                    <a:pt x="334" y="167"/>
                  </a:lnTo>
                  <a:cubicBezTo>
                    <a:pt x="346" y="83"/>
                    <a:pt x="275" y="0"/>
                    <a:pt x="16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50" name="Google Shape;150;p19"/>
            <p:cNvSpPr/>
            <p:nvPr/>
          </p:nvSpPr>
          <p:spPr>
            <a:xfrm>
              <a:off x="7851887" y="2750789"/>
              <a:ext cx="10662" cy="26162"/>
            </a:xfrm>
            <a:custGeom>
              <a:rect b="b" l="l" r="r" t="t"/>
              <a:pathLst>
                <a:path extrusionOk="0" h="822" w="335">
                  <a:moveTo>
                    <a:pt x="167" y="0"/>
                  </a:moveTo>
                  <a:cubicBezTo>
                    <a:pt x="84" y="0"/>
                    <a:pt x="1" y="83"/>
                    <a:pt x="1" y="167"/>
                  </a:cubicBezTo>
                  <a:lnTo>
                    <a:pt x="1" y="655"/>
                  </a:lnTo>
                  <a:cubicBezTo>
                    <a:pt x="1" y="750"/>
                    <a:pt x="84" y="822"/>
                    <a:pt x="167" y="822"/>
                  </a:cubicBezTo>
                  <a:cubicBezTo>
                    <a:pt x="263" y="822"/>
                    <a:pt x="334" y="750"/>
                    <a:pt x="334" y="655"/>
                  </a:cubicBezTo>
                  <a:lnTo>
                    <a:pt x="334" y="167"/>
                  </a:lnTo>
                  <a:cubicBezTo>
                    <a:pt x="334" y="83"/>
                    <a:pt x="263" y="0"/>
                    <a:pt x="16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51" name="Google Shape;151;p19"/>
            <p:cNvSpPr/>
            <p:nvPr/>
          </p:nvSpPr>
          <p:spPr>
            <a:xfrm>
              <a:off x="7641189" y="2595789"/>
              <a:ext cx="136826" cy="113147"/>
            </a:xfrm>
            <a:custGeom>
              <a:rect b="b" l="l" r="r" t="t"/>
              <a:pathLst>
                <a:path extrusionOk="0" h="3555" w="4299">
                  <a:moveTo>
                    <a:pt x="2156" y="1"/>
                  </a:moveTo>
                  <a:cubicBezTo>
                    <a:pt x="2072" y="1"/>
                    <a:pt x="2001" y="84"/>
                    <a:pt x="2001" y="167"/>
                  </a:cubicBezTo>
                  <a:lnTo>
                    <a:pt x="2001" y="2048"/>
                  </a:lnTo>
                  <a:lnTo>
                    <a:pt x="108" y="3251"/>
                  </a:lnTo>
                  <a:cubicBezTo>
                    <a:pt x="37" y="3299"/>
                    <a:pt x="1" y="3406"/>
                    <a:pt x="60" y="3477"/>
                  </a:cubicBezTo>
                  <a:cubicBezTo>
                    <a:pt x="91" y="3523"/>
                    <a:pt x="147" y="3555"/>
                    <a:pt x="202" y="3555"/>
                  </a:cubicBezTo>
                  <a:cubicBezTo>
                    <a:pt x="232" y="3555"/>
                    <a:pt x="261" y="3546"/>
                    <a:pt x="287" y="3525"/>
                  </a:cubicBezTo>
                  <a:lnTo>
                    <a:pt x="2156" y="2334"/>
                  </a:lnTo>
                  <a:lnTo>
                    <a:pt x="4037" y="3525"/>
                  </a:lnTo>
                  <a:cubicBezTo>
                    <a:pt x="4061" y="3537"/>
                    <a:pt x="4097" y="3549"/>
                    <a:pt x="4120" y="3549"/>
                  </a:cubicBezTo>
                  <a:cubicBezTo>
                    <a:pt x="4180" y="3549"/>
                    <a:pt x="4228" y="3525"/>
                    <a:pt x="4263" y="3477"/>
                  </a:cubicBezTo>
                  <a:cubicBezTo>
                    <a:pt x="4299" y="3406"/>
                    <a:pt x="4287" y="3299"/>
                    <a:pt x="4216" y="3251"/>
                  </a:cubicBezTo>
                  <a:lnTo>
                    <a:pt x="2323" y="2048"/>
                  </a:lnTo>
                  <a:lnTo>
                    <a:pt x="2323" y="167"/>
                  </a:lnTo>
                  <a:cubicBezTo>
                    <a:pt x="2323" y="84"/>
                    <a:pt x="2251" y="1"/>
                    <a:pt x="215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grpSp>
      <p:grpSp>
        <p:nvGrpSpPr>
          <p:cNvPr id="152" name="Google Shape;152;p19"/>
          <p:cNvGrpSpPr/>
          <p:nvPr/>
        </p:nvGrpSpPr>
        <p:grpSpPr>
          <a:xfrm>
            <a:off x="6912210" y="2424525"/>
            <a:ext cx="469934" cy="469991"/>
            <a:chOff x="6203579" y="3348981"/>
            <a:chExt cx="351615" cy="350373"/>
          </a:xfrm>
        </p:grpSpPr>
        <p:sp>
          <p:nvSpPr>
            <p:cNvPr id="153" name="Google Shape;153;p19"/>
            <p:cNvSpPr/>
            <p:nvPr/>
          </p:nvSpPr>
          <p:spPr>
            <a:xfrm>
              <a:off x="6377667" y="3404249"/>
              <a:ext cx="93686" cy="58072"/>
            </a:xfrm>
            <a:custGeom>
              <a:rect b="b" l="l" r="r" t="t"/>
              <a:pathLst>
                <a:path extrusionOk="0" h="1823" w="2941">
                  <a:moveTo>
                    <a:pt x="644" y="0"/>
                  </a:moveTo>
                  <a:cubicBezTo>
                    <a:pt x="467" y="0"/>
                    <a:pt x="288" y="39"/>
                    <a:pt x="119" y="120"/>
                  </a:cubicBezTo>
                  <a:cubicBezTo>
                    <a:pt x="36" y="155"/>
                    <a:pt x="0" y="251"/>
                    <a:pt x="36" y="322"/>
                  </a:cubicBezTo>
                  <a:cubicBezTo>
                    <a:pt x="70" y="374"/>
                    <a:pt x="129" y="413"/>
                    <a:pt x="186" y="413"/>
                  </a:cubicBezTo>
                  <a:cubicBezTo>
                    <a:pt x="208" y="413"/>
                    <a:pt x="230" y="407"/>
                    <a:pt x="250" y="394"/>
                  </a:cubicBezTo>
                  <a:cubicBezTo>
                    <a:pt x="370" y="337"/>
                    <a:pt x="498" y="310"/>
                    <a:pt x="625" y="310"/>
                  </a:cubicBezTo>
                  <a:cubicBezTo>
                    <a:pt x="950" y="310"/>
                    <a:pt x="1269" y="487"/>
                    <a:pt x="1441" y="786"/>
                  </a:cubicBezTo>
                  <a:cubicBezTo>
                    <a:pt x="1215" y="1036"/>
                    <a:pt x="1143" y="1406"/>
                    <a:pt x="1286" y="1739"/>
                  </a:cubicBezTo>
                  <a:cubicBezTo>
                    <a:pt x="1322" y="1798"/>
                    <a:pt x="1381" y="1822"/>
                    <a:pt x="1441" y="1822"/>
                  </a:cubicBezTo>
                  <a:cubicBezTo>
                    <a:pt x="1560" y="1822"/>
                    <a:pt x="1631" y="1703"/>
                    <a:pt x="1584" y="1608"/>
                  </a:cubicBezTo>
                  <a:cubicBezTo>
                    <a:pt x="1453" y="1322"/>
                    <a:pt x="1572" y="989"/>
                    <a:pt x="1858" y="858"/>
                  </a:cubicBezTo>
                  <a:cubicBezTo>
                    <a:pt x="1936" y="822"/>
                    <a:pt x="2017" y="805"/>
                    <a:pt x="2096" y="805"/>
                  </a:cubicBezTo>
                  <a:cubicBezTo>
                    <a:pt x="2305" y="805"/>
                    <a:pt x="2501" y="924"/>
                    <a:pt x="2596" y="1132"/>
                  </a:cubicBezTo>
                  <a:cubicBezTo>
                    <a:pt x="2631" y="1193"/>
                    <a:pt x="2699" y="1229"/>
                    <a:pt x="2760" y="1229"/>
                  </a:cubicBezTo>
                  <a:cubicBezTo>
                    <a:pt x="2782" y="1229"/>
                    <a:pt x="2803" y="1224"/>
                    <a:pt x="2822" y="1215"/>
                  </a:cubicBezTo>
                  <a:cubicBezTo>
                    <a:pt x="2893" y="1167"/>
                    <a:pt x="2941" y="1084"/>
                    <a:pt x="2893" y="1013"/>
                  </a:cubicBezTo>
                  <a:cubicBezTo>
                    <a:pt x="2757" y="696"/>
                    <a:pt x="2448" y="503"/>
                    <a:pt x="2108" y="503"/>
                  </a:cubicBezTo>
                  <a:cubicBezTo>
                    <a:pt x="1975" y="503"/>
                    <a:pt x="1837" y="532"/>
                    <a:pt x="1703" y="596"/>
                  </a:cubicBezTo>
                  <a:cubicBezTo>
                    <a:pt x="1476" y="218"/>
                    <a:pt x="1066" y="0"/>
                    <a:pt x="64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9"/>
            <p:cNvSpPr/>
            <p:nvPr/>
          </p:nvSpPr>
          <p:spPr>
            <a:xfrm>
              <a:off x="6260090" y="3449611"/>
              <a:ext cx="76643" cy="44947"/>
            </a:xfrm>
            <a:custGeom>
              <a:rect b="b" l="l" r="r" t="t"/>
              <a:pathLst>
                <a:path extrusionOk="0" h="1411" w="2406">
                  <a:moveTo>
                    <a:pt x="1868" y="0"/>
                  </a:moveTo>
                  <a:cubicBezTo>
                    <a:pt x="1523" y="0"/>
                    <a:pt x="1190" y="178"/>
                    <a:pt x="1012" y="541"/>
                  </a:cubicBezTo>
                  <a:cubicBezTo>
                    <a:pt x="891" y="501"/>
                    <a:pt x="765" y="480"/>
                    <a:pt x="638" y="480"/>
                  </a:cubicBezTo>
                  <a:cubicBezTo>
                    <a:pt x="466" y="480"/>
                    <a:pt x="291" y="518"/>
                    <a:pt x="119" y="601"/>
                  </a:cubicBezTo>
                  <a:cubicBezTo>
                    <a:pt x="36" y="636"/>
                    <a:pt x="0" y="732"/>
                    <a:pt x="36" y="803"/>
                  </a:cubicBezTo>
                  <a:cubicBezTo>
                    <a:pt x="70" y="855"/>
                    <a:pt x="129" y="894"/>
                    <a:pt x="186" y="894"/>
                  </a:cubicBezTo>
                  <a:cubicBezTo>
                    <a:pt x="209" y="894"/>
                    <a:pt x="230" y="888"/>
                    <a:pt x="250" y="875"/>
                  </a:cubicBezTo>
                  <a:cubicBezTo>
                    <a:pt x="375" y="820"/>
                    <a:pt x="506" y="794"/>
                    <a:pt x="636" y="794"/>
                  </a:cubicBezTo>
                  <a:cubicBezTo>
                    <a:pt x="990" y="794"/>
                    <a:pt x="1332" y="987"/>
                    <a:pt x="1489" y="1327"/>
                  </a:cubicBezTo>
                  <a:cubicBezTo>
                    <a:pt x="1512" y="1386"/>
                    <a:pt x="1572" y="1410"/>
                    <a:pt x="1631" y="1410"/>
                  </a:cubicBezTo>
                  <a:cubicBezTo>
                    <a:pt x="1750" y="1410"/>
                    <a:pt x="1822" y="1291"/>
                    <a:pt x="1786" y="1196"/>
                  </a:cubicBezTo>
                  <a:cubicBezTo>
                    <a:pt x="1679" y="970"/>
                    <a:pt x="1500" y="779"/>
                    <a:pt x="1310" y="660"/>
                  </a:cubicBezTo>
                  <a:cubicBezTo>
                    <a:pt x="1435" y="426"/>
                    <a:pt x="1654" y="315"/>
                    <a:pt x="1877" y="315"/>
                  </a:cubicBezTo>
                  <a:cubicBezTo>
                    <a:pt x="1971" y="315"/>
                    <a:pt x="2067" y="335"/>
                    <a:pt x="2155" y="374"/>
                  </a:cubicBezTo>
                  <a:cubicBezTo>
                    <a:pt x="2175" y="388"/>
                    <a:pt x="2198" y="394"/>
                    <a:pt x="2221" y="394"/>
                  </a:cubicBezTo>
                  <a:cubicBezTo>
                    <a:pt x="2280" y="394"/>
                    <a:pt x="2341" y="355"/>
                    <a:pt x="2358" y="303"/>
                  </a:cubicBezTo>
                  <a:cubicBezTo>
                    <a:pt x="2405" y="220"/>
                    <a:pt x="2358" y="124"/>
                    <a:pt x="2286" y="89"/>
                  </a:cubicBezTo>
                  <a:cubicBezTo>
                    <a:pt x="2151" y="30"/>
                    <a:pt x="2009" y="0"/>
                    <a:pt x="186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9"/>
            <p:cNvSpPr/>
            <p:nvPr/>
          </p:nvSpPr>
          <p:spPr>
            <a:xfrm>
              <a:off x="6415574" y="3498349"/>
              <a:ext cx="49343" cy="21598"/>
            </a:xfrm>
            <a:custGeom>
              <a:rect b="b" l="l" r="r" t="t"/>
              <a:pathLst>
                <a:path extrusionOk="0" h="678" w="1549">
                  <a:moveTo>
                    <a:pt x="642" y="1"/>
                  </a:moveTo>
                  <a:cubicBezTo>
                    <a:pt x="446" y="1"/>
                    <a:pt x="250" y="58"/>
                    <a:pt x="84" y="178"/>
                  </a:cubicBezTo>
                  <a:cubicBezTo>
                    <a:pt x="13" y="237"/>
                    <a:pt x="1" y="333"/>
                    <a:pt x="37" y="404"/>
                  </a:cubicBezTo>
                  <a:cubicBezTo>
                    <a:pt x="75" y="450"/>
                    <a:pt x="128" y="477"/>
                    <a:pt x="180" y="477"/>
                  </a:cubicBezTo>
                  <a:cubicBezTo>
                    <a:pt x="209" y="477"/>
                    <a:pt x="237" y="469"/>
                    <a:pt x="263" y="452"/>
                  </a:cubicBezTo>
                  <a:cubicBezTo>
                    <a:pt x="382" y="366"/>
                    <a:pt x="521" y="324"/>
                    <a:pt x="659" y="324"/>
                  </a:cubicBezTo>
                  <a:cubicBezTo>
                    <a:pt x="865" y="324"/>
                    <a:pt x="1068" y="417"/>
                    <a:pt x="1203" y="595"/>
                  </a:cubicBezTo>
                  <a:cubicBezTo>
                    <a:pt x="1227" y="642"/>
                    <a:pt x="1275" y="678"/>
                    <a:pt x="1334" y="678"/>
                  </a:cubicBezTo>
                  <a:cubicBezTo>
                    <a:pt x="1465" y="678"/>
                    <a:pt x="1549" y="523"/>
                    <a:pt x="1465" y="416"/>
                  </a:cubicBezTo>
                  <a:cubicBezTo>
                    <a:pt x="1268" y="146"/>
                    <a:pt x="954" y="1"/>
                    <a:pt x="64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9"/>
            <p:cNvSpPr/>
            <p:nvPr/>
          </p:nvSpPr>
          <p:spPr>
            <a:xfrm>
              <a:off x="6344283" y="3473247"/>
              <a:ext cx="41380" cy="32301"/>
            </a:xfrm>
            <a:custGeom>
              <a:rect b="b" l="l" r="r" t="t"/>
              <a:pathLst>
                <a:path extrusionOk="0" h="1014" w="1299">
                  <a:moveTo>
                    <a:pt x="1122" y="0"/>
                  </a:moveTo>
                  <a:cubicBezTo>
                    <a:pt x="1048" y="0"/>
                    <a:pt x="986" y="56"/>
                    <a:pt x="953" y="133"/>
                  </a:cubicBezTo>
                  <a:cubicBezTo>
                    <a:pt x="899" y="455"/>
                    <a:pt x="612" y="701"/>
                    <a:pt x="293" y="701"/>
                  </a:cubicBezTo>
                  <a:cubicBezTo>
                    <a:pt x="259" y="701"/>
                    <a:pt x="225" y="698"/>
                    <a:pt x="191" y="692"/>
                  </a:cubicBezTo>
                  <a:cubicBezTo>
                    <a:pt x="178" y="689"/>
                    <a:pt x="166" y="687"/>
                    <a:pt x="155" y="687"/>
                  </a:cubicBezTo>
                  <a:cubicBezTo>
                    <a:pt x="87" y="687"/>
                    <a:pt x="33" y="742"/>
                    <a:pt x="12" y="823"/>
                  </a:cubicBezTo>
                  <a:cubicBezTo>
                    <a:pt x="0" y="906"/>
                    <a:pt x="60" y="990"/>
                    <a:pt x="155" y="1002"/>
                  </a:cubicBezTo>
                  <a:cubicBezTo>
                    <a:pt x="215" y="1014"/>
                    <a:pt x="250" y="1014"/>
                    <a:pt x="310" y="1014"/>
                  </a:cubicBezTo>
                  <a:cubicBezTo>
                    <a:pt x="774" y="1014"/>
                    <a:pt x="1203" y="668"/>
                    <a:pt x="1286" y="180"/>
                  </a:cubicBezTo>
                  <a:cubicBezTo>
                    <a:pt x="1298" y="97"/>
                    <a:pt x="1239" y="13"/>
                    <a:pt x="1143" y="2"/>
                  </a:cubicBezTo>
                  <a:cubicBezTo>
                    <a:pt x="1136" y="1"/>
                    <a:pt x="1129" y="0"/>
                    <a:pt x="11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9"/>
            <p:cNvSpPr/>
            <p:nvPr/>
          </p:nvSpPr>
          <p:spPr>
            <a:xfrm>
              <a:off x="6203579" y="3348981"/>
              <a:ext cx="351615" cy="350373"/>
            </a:xfrm>
            <a:custGeom>
              <a:rect b="b" l="l" r="r" t="t"/>
              <a:pathLst>
                <a:path extrusionOk="0" h="10999" w="11038">
                  <a:moveTo>
                    <a:pt x="4995" y="1"/>
                  </a:moveTo>
                  <a:cubicBezTo>
                    <a:pt x="4687" y="1"/>
                    <a:pt x="4370" y="111"/>
                    <a:pt x="4132" y="331"/>
                  </a:cubicBezTo>
                  <a:cubicBezTo>
                    <a:pt x="3987" y="258"/>
                    <a:pt x="3828" y="224"/>
                    <a:pt x="3666" y="224"/>
                  </a:cubicBezTo>
                  <a:cubicBezTo>
                    <a:pt x="3298" y="224"/>
                    <a:pt x="2919" y="402"/>
                    <a:pt x="2679" y="700"/>
                  </a:cubicBezTo>
                  <a:cubicBezTo>
                    <a:pt x="2642" y="695"/>
                    <a:pt x="2604" y="692"/>
                    <a:pt x="2566" y="692"/>
                  </a:cubicBezTo>
                  <a:cubicBezTo>
                    <a:pt x="2064" y="692"/>
                    <a:pt x="1551" y="1122"/>
                    <a:pt x="1429" y="1676"/>
                  </a:cubicBezTo>
                  <a:cubicBezTo>
                    <a:pt x="881" y="1795"/>
                    <a:pt x="488" y="2462"/>
                    <a:pt x="643" y="3081"/>
                  </a:cubicBezTo>
                  <a:cubicBezTo>
                    <a:pt x="84" y="3379"/>
                    <a:pt x="0" y="4248"/>
                    <a:pt x="441" y="4784"/>
                  </a:cubicBezTo>
                  <a:cubicBezTo>
                    <a:pt x="336" y="5477"/>
                    <a:pt x="852" y="6142"/>
                    <a:pt x="1432" y="6142"/>
                  </a:cubicBezTo>
                  <a:cubicBezTo>
                    <a:pt x="1510" y="6142"/>
                    <a:pt x="1589" y="6130"/>
                    <a:pt x="1667" y="6105"/>
                  </a:cubicBezTo>
                  <a:cubicBezTo>
                    <a:pt x="1827" y="6308"/>
                    <a:pt x="2150" y="6444"/>
                    <a:pt x="2456" y="6444"/>
                  </a:cubicBezTo>
                  <a:cubicBezTo>
                    <a:pt x="2491" y="6444"/>
                    <a:pt x="2526" y="6442"/>
                    <a:pt x="2560" y="6439"/>
                  </a:cubicBezTo>
                  <a:cubicBezTo>
                    <a:pt x="3002" y="7378"/>
                    <a:pt x="3681" y="7769"/>
                    <a:pt x="4568" y="7769"/>
                  </a:cubicBezTo>
                  <a:cubicBezTo>
                    <a:pt x="4805" y="7769"/>
                    <a:pt x="5056" y="7741"/>
                    <a:pt x="5322" y="7689"/>
                  </a:cubicBezTo>
                  <a:cubicBezTo>
                    <a:pt x="5429" y="8070"/>
                    <a:pt x="5715" y="8534"/>
                    <a:pt x="6382" y="8915"/>
                  </a:cubicBezTo>
                  <a:cubicBezTo>
                    <a:pt x="7454" y="9534"/>
                    <a:pt x="7965" y="10022"/>
                    <a:pt x="8037" y="10487"/>
                  </a:cubicBezTo>
                  <a:cubicBezTo>
                    <a:pt x="8085" y="10796"/>
                    <a:pt x="8346" y="10999"/>
                    <a:pt x="8644" y="10999"/>
                  </a:cubicBezTo>
                  <a:cubicBezTo>
                    <a:pt x="9049" y="10999"/>
                    <a:pt x="9323" y="10630"/>
                    <a:pt x="9251" y="10260"/>
                  </a:cubicBezTo>
                  <a:lnTo>
                    <a:pt x="8835" y="8355"/>
                  </a:lnTo>
                  <a:cubicBezTo>
                    <a:pt x="9275" y="8260"/>
                    <a:pt x="9573" y="7927"/>
                    <a:pt x="9620" y="7593"/>
                  </a:cubicBezTo>
                  <a:cubicBezTo>
                    <a:pt x="9656" y="7308"/>
                    <a:pt x="9763" y="7177"/>
                    <a:pt x="9644" y="6867"/>
                  </a:cubicBezTo>
                  <a:cubicBezTo>
                    <a:pt x="10299" y="6808"/>
                    <a:pt x="10752" y="6081"/>
                    <a:pt x="10609" y="5427"/>
                  </a:cubicBezTo>
                  <a:cubicBezTo>
                    <a:pt x="11025" y="5034"/>
                    <a:pt x="11037" y="4212"/>
                    <a:pt x="10585" y="3831"/>
                  </a:cubicBezTo>
                  <a:cubicBezTo>
                    <a:pt x="10656" y="3307"/>
                    <a:pt x="10323" y="2760"/>
                    <a:pt x="9823" y="2545"/>
                  </a:cubicBezTo>
                  <a:cubicBezTo>
                    <a:pt x="9835" y="2355"/>
                    <a:pt x="9787" y="2164"/>
                    <a:pt x="9704" y="1974"/>
                  </a:cubicBezTo>
                  <a:cubicBezTo>
                    <a:pt x="9673" y="1919"/>
                    <a:pt x="9616" y="1890"/>
                    <a:pt x="9560" y="1890"/>
                  </a:cubicBezTo>
                  <a:cubicBezTo>
                    <a:pt x="9531" y="1890"/>
                    <a:pt x="9502" y="1898"/>
                    <a:pt x="9478" y="1914"/>
                  </a:cubicBezTo>
                  <a:cubicBezTo>
                    <a:pt x="9406" y="1950"/>
                    <a:pt x="9370" y="2057"/>
                    <a:pt x="9418" y="2129"/>
                  </a:cubicBezTo>
                  <a:cubicBezTo>
                    <a:pt x="9513" y="2295"/>
                    <a:pt x="9537" y="2474"/>
                    <a:pt x="9489" y="2605"/>
                  </a:cubicBezTo>
                  <a:cubicBezTo>
                    <a:pt x="9466" y="2700"/>
                    <a:pt x="9525" y="2783"/>
                    <a:pt x="9609" y="2819"/>
                  </a:cubicBezTo>
                  <a:cubicBezTo>
                    <a:pt x="10061" y="2926"/>
                    <a:pt x="10371" y="3438"/>
                    <a:pt x="10251" y="3855"/>
                  </a:cubicBezTo>
                  <a:cubicBezTo>
                    <a:pt x="10240" y="3938"/>
                    <a:pt x="10263" y="4010"/>
                    <a:pt x="10323" y="4034"/>
                  </a:cubicBezTo>
                  <a:cubicBezTo>
                    <a:pt x="10609" y="4212"/>
                    <a:pt x="10716" y="4724"/>
                    <a:pt x="10490" y="5105"/>
                  </a:cubicBezTo>
                  <a:cubicBezTo>
                    <a:pt x="10418" y="4950"/>
                    <a:pt x="10299" y="4748"/>
                    <a:pt x="10085" y="4557"/>
                  </a:cubicBezTo>
                  <a:cubicBezTo>
                    <a:pt x="10051" y="4529"/>
                    <a:pt x="10014" y="4514"/>
                    <a:pt x="9978" y="4514"/>
                  </a:cubicBezTo>
                  <a:cubicBezTo>
                    <a:pt x="9939" y="4514"/>
                    <a:pt x="9902" y="4532"/>
                    <a:pt x="9870" y="4569"/>
                  </a:cubicBezTo>
                  <a:cubicBezTo>
                    <a:pt x="9799" y="4653"/>
                    <a:pt x="9799" y="4736"/>
                    <a:pt x="9882" y="4796"/>
                  </a:cubicBezTo>
                  <a:cubicBezTo>
                    <a:pt x="10085" y="4974"/>
                    <a:pt x="10216" y="5200"/>
                    <a:pt x="10287" y="5462"/>
                  </a:cubicBezTo>
                  <a:lnTo>
                    <a:pt x="10287" y="5498"/>
                  </a:lnTo>
                  <a:cubicBezTo>
                    <a:pt x="10463" y="6016"/>
                    <a:pt x="10035" y="6624"/>
                    <a:pt x="9592" y="6624"/>
                  </a:cubicBezTo>
                  <a:cubicBezTo>
                    <a:pt x="9526" y="6624"/>
                    <a:pt x="9459" y="6611"/>
                    <a:pt x="9394" y="6581"/>
                  </a:cubicBezTo>
                  <a:lnTo>
                    <a:pt x="9359" y="6581"/>
                  </a:lnTo>
                  <a:cubicBezTo>
                    <a:pt x="9251" y="6510"/>
                    <a:pt x="9120" y="6462"/>
                    <a:pt x="8989" y="6462"/>
                  </a:cubicBezTo>
                  <a:lnTo>
                    <a:pt x="8180" y="6462"/>
                  </a:lnTo>
                  <a:cubicBezTo>
                    <a:pt x="8096" y="6462"/>
                    <a:pt x="8013" y="6534"/>
                    <a:pt x="8013" y="6629"/>
                  </a:cubicBezTo>
                  <a:cubicBezTo>
                    <a:pt x="8013" y="6712"/>
                    <a:pt x="8096" y="6796"/>
                    <a:pt x="8180" y="6796"/>
                  </a:cubicBezTo>
                  <a:lnTo>
                    <a:pt x="8989" y="6796"/>
                  </a:lnTo>
                  <a:cubicBezTo>
                    <a:pt x="9251" y="6796"/>
                    <a:pt x="9442" y="7046"/>
                    <a:pt x="9370" y="7296"/>
                  </a:cubicBezTo>
                  <a:cubicBezTo>
                    <a:pt x="9370" y="7308"/>
                    <a:pt x="9359" y="7367"/>
                    <a:pt x="9311" y="7605"/>
                  </a:cubicBezTo>
                  <a:cubicBezTo>
                    <a:pt x="9228" y="7927"/>
                    <a:pt x="8942" y="8141"/>
                    <a:pt x="8632" y="8141"/>
                  </a:cubicBezTo>
                  <a:lnTo>
                    <a:pt x="7596" y="8141"/>
                  </a:lnTo>
                  <a:cubicBezTo>
                    <a:pt x="7275" y="8141"/>
                    <a:pt x="6989" y="7927"/>
                    <a:pt x="6918" y="7605"/>
                  </a:cubicBezTo>
                  <a:cubicBezTo>
                    <a:pt x="6870" y="7355"/>
                    <a:pt x="6858" y="7296"/>
                    <a:pt x="6858" y="7296"/>
                  </a:cubicBezTo>
                  <a:cubicBezTo>
                    <a:pt x="6799" y="7046"/>
                    <a:pt x="6977" y="6796"/>
                    <a:pt x="7239" y="6796"/>
                  </a:cubicBezTo>
                  <a:lnTo>
                    <a:pt x="7501" y="6796"/>
                  </a:lnTo>
                  <a:cubicBezTo>
                    <a:pt x="7584" y="6796"/>
                    <a:pt x="7656" y="6712"/>
                    <a:pt x="7656" y="6629"/>
                  </a:cubicBezTo>
                  <a:cubicBezTo>
                    <a:pt x="7656" y="6534"/>
                    <a:pt x="7584" y="6462"/>
                    <a:pt x="7501" y="6462"/>
                  </a:cubicBezTo>
                  <a:lnTo>
                    <a:pt x="7239" y="6462"/>
                  </a:lnTo>
                  <a:cubicBezTo>
                    <a:pt x="6763" y="6462"/>
                    <a:pt x="6430" y="6915"/>
                    <a:pt x="6549" y="7355"/>
                  </a:cubicBezTo>
                  <a:cubicBezTo>
                    <a:pt x="6584" y="7593"/>
                    <a:pt x="6608" y="7665"/>
                    <a:pt x="6608" y="7665"/>
                  </a:cubicBezTo>
                  <a:cubicBezTo>
                    <a:pt x="6727" y="8129"/>
                    <a:pt x="7144" y="8439"/>
                    <a:pt x="7596" y="8439"/>
                  </a:cubicBezTo>
                  <a:lnTo>
                    <a:pt x="8525" y="8439"/>
                  </a:lnTo>
                  <a:lnTo>
                    <a:pt x="8942" y="10380"/>
                  </a:lnTo>
                  <a:cubicBezTo>
                    <a:pt x="8954" y="10463"/>
                    <a:pt x="8942" y="10558"/>
                    <a:pt x="8882" y="10630"/>
                  </a:cubicBezTo>
                  <a:cubicBezTo>
                    <a:pt x="8818" y="10703"/>
                    <a:pt x="8733" y="10737"/>
                    <a:pt x="8650" y="10737"/>
                  </a:cubicBezTo>
                  <a:cubicBezTo>
                    <a:pt x="8517" y="10737"/>
                    <a:pt x="8388" y="10648"/>
                    <a:pt x="8358" y="10487"/>
                  </a:cubicBezTo>
                  <a:cubicBezTo>
                    <a:pt x="8275" y="9903"/>
                    <a:pt x="7739" y="9368"/>
                    <a:pt x="6561" y="8677"/>
                  </a:cubicBezTo>
                  <a:cubicBezTo>
                    <a:pt x="5751" y="8225"/>
                    <a:pt x="5513" y="7570"/>
                    <a:pt x="5620" y="6998"/>
                  </a:cubicBezTo>
                  <a:lnTo>
                    <a:pt x="5620" y="6998"/>
                  </a:lnTo>
                  <a:cubicBezTo>
                    <a:pt x="5918" y="7129"/>
                    <a:pt x="5870" y="7272"/>
                    <a:pt x="6025" y="7272"/>
                  </a:cubicBezTo>
                  <a:cubicBezTo>
                    <a:pt x="6156" y="7272"/>
                    <a:pt x="6227" y="7117"/>
                    <a:pt x="6156" y="7010"/>
                  </a:cubicBezTo>
                  <a:cubicBezTo>
                    <a:pt x="6025" y="6820"/>
                    <a:pt x="5834" y="6712"/>
                    <a:pt x="5620" y="6653"/>
                  </a:cubicBezTo>
                  <a:lnTo>
                    <a:pt x="5584" y="6617"/>
                  </a:lnTo>
                  <a:cubicBezTo>
                    <a:pt x="5560" y="6605"/>
                    <a:pt x="5537" y="6599"/>
                    <a:pt x="5516" y="6599"/>
                  </a:cubicBezTo>
                  <a:cubicBezTo>
                    <a:pt x="5495" y="6599"/>
                    <a:pt x="5477" y="6605"/>
                    <a:pt x="5465" y="6617"/>
                  </a:cubicBezTo>
                  <a:cubicBezTo>
                    <a:pt x="5422" y="6610"/>
                    <a:pt x="5377" y="6607"/>
                    <a:pt x="5333" y="6607"/>
                  </a:cubicBezTo>
                  <a:cubicBezTo>
                    <a:pt x="5145" y="6607"/>
                    <a:pt x="4950" y="6666"/>
                    <a:pt x="4787" y="6772"/>
                  </a:cubicBezTo>
                  <a:cubicBezTo>
                    <a:pt x="4715" y="6831"/>
                    <a:pt x="4703" y="6927"/>
                    <a:pt x="4751" y="6998"/>
                  </a:cubicBezTo>
                  <a:cubicBezTo>
                    <a:pt x="4789" y="7044"/>
                    <a:pt x="4838" y="7071"/>
                    <a:pt x="4886" y="7071"/>
                  </a:cubicBezTo>
                  <a:cubicBezTo>
                    <a:pt x="4913" y="7071"/>
                    <a:pt x="4940" y="7063"/>
                    <a:pt x="4965" y="7046"/>
                  </a:cubicBezTo>
                  <a:cubicBezTo>
                    <a:pt x="5072" y="6974"/>
                    <a:pt x="5191" y="6939"/>
                    <a:pt x="5310" y="6939"/>
                  </a:cubicBezTo>
                  <a:cubicBezTo>
                    <a:pt x="5298" y="7058"/>
                    <a:pt x="5287" y="7224"/>
                    <a:pt x="5298" y="7403"/>
                  </a:cubicBezTo>
                  <a:cubicBezTo>
                    <a:pt x="5049" y="7450"/>
                    <a:pt x="4820" y="7475"/>
                    <a:pt x="4609" y="7475"/>
                  </a:cubicBezTo>
                  <a:cubicBezTo>
                    <a:pt x="3761" y="7475"/>
                    <a:pt x="3208" y="7082"/>
                    <a:pt x="2846" y="6224"/>
                  </a:cubicBezTo>
                  <a:cubicBezTo>
                    <a:pt x="2798" y="6058"/>
                    <a:pt x="2762" y="5796"/>
                    <a:pt x="2798" y="5688"/>
                  </a:cubicBezTo>
                  <a:cubicBezTo>
                    <a:pt x="2822" y="5605"/>
                    <a:pt x="2786" y="5510"/>
                    <a:pt x="2691" y="5486"/>
                  </a:cubicBezTo>
                  <a:cubicBezTo>
                    <a:pt x="2672" y="5478"/>
                    <a:pt x="2652" y="5474"/>
                    <a:pt x="2633" y="5474"/>
                  </a:cubicBezTo>
                  <a:cubicBezTo>
                    <a:pt x="2568" y="5474"/>
                    <a:pt x="2507" y="5517"/>
                    <a:pt x="2489" y="5581"/>
                  </a:cubicBezTo>
                  <a:cubicBezTo>
                    <a:pt x="2429" y="5748"/>
                    <a:pt x="2453" y="5974"/>
                    <a:pt x="2489" y="6141"/>
                  </a:cubicBezTo>
                  <a:cubicBezTo>
                    <a:pt x="2469" y="6142"/>
                    <a:pt x="2450" y="6143"/>
                    <a:pt x="2431" y="6143"/>
                  </a:cubicBezTo>
                  <a:cubicBezTo>
                    <a:pt x="2141" y="6143"/>
                    <a:pt x="1950" y="5980"/>
                    <a:pt x="1905" y="5879"/>
                  </a:cubicBezTo>
                  <a:cubicBezTo>
                    <a:pt x="1893" y="5843"/>
                    <a:pt x="1858" y="5808"/>
                    <a:pt x="1810" y="5796"/>
                  </a:cubicBezTo>
                  <a:cubicBezTo>
                    <a:pt x="1789" y="5787"/>
                    <a:pt x="1771" y="5783"/>
                    <a:pt x="1753" y="5783"/>
                  </a:cubicBezTo>
                  <a:cubicBezTo>
                    <a:pt x="1701" y="5783"/>
                    <a:pt x="1658" y="5816"/>
                    <a:pt x="1596" y="5843"/>
                  </a:cubicBezTo>
                  <a:cubicBezTo>
                    <a:pt x="1552" y="5855"/>
                    <a:pt x="1509" y="5861"/>
                    <a:pt x="1466" y="5861"/>
                  </a:cubicBezTo>
                  <a:cubicBezTo>
                    <a:pt x="1050" y="5861"/>
                    <a:pt x="679" y="5315"/>
                    <a:pt x="798" y="4807"/>
                  </a:cubicBezTo>
                  <a:cubicBezTo>
                    <a:pt x="846" y="4653"/>
                    <a:pt x="643" y="4653"/>
                    <a:pt x="536" y="4260"/>
                  </a:cubicBezTo>
                  <a:cubicBezTo>
                    <a:pt x="417" y="3855"/>
                    <a:pt x="584" y="3462"/>
                    <a:pt x="893" y="3367"/>
                  </a:cubicBezTo>
                  <a:cubicBezTo>
                    <a:pt x="977" y="3343"/>
                    <a:pt x="1036" y="3248"/>
                    <a:pt x="1000" y="3164"/>
                  </a:cubicBezTo>
                  <a:cubicBezTo>
                    <a:pt x="798" y="2664"/>
                    <a:pt x="1131" y="2045"/>
                    <a:pt x="1596" y="2009"/>
                  </a:cubicBezTo>
                  <a:cubicBezTo>
                    <a:pt x="1667" y="2009"/>
                    <a:pt x="1739" y="1950"/>
                    <a:pt x="1739" y="1867"/>
                  </a:cubicBezTo>
                  <a:cubicBezTo>
                    <a:pt x="1781" y="1436"/>
                    <a:pt x="2175" y="1060"/>
                    <a:pt x="2570" y="1060"/>
                  </a:cubicBezTo>
                  <a:cubicBezTo>
                    <a:pt x="2623" y="1060"/>
                    <a:pt x="2675" y="1067"/>
                    <a:pt x="2727" y="1081"/>
                  </a:cubicBezTo>
                  <a:cubicBezTo>
                    <a:pt x="2736" y="1082"/>
                    <a:pt x="2745" y="1083"/>
                    <a:pt x="2754" y="1083"/>
                  </a:cubicBezTo>
                  <a:cubicBezTo>
                    <a:pt x="2816" y="1083"/>
                    <a:pt x="2874" y="1049"/>
                    <a:pt x="2905" y="997"/>
                  </a:cubicBezTo>
                  <a:cubicBezTo>
                    <a:pt x="3065" y="744"/>
                    <a:pt x="3387" y="579"/>
                    <a:pt x="3692" y="579"/>
                  </a:cubicBezTo>
                  <a:cubicBezTo>
                    <a:pt x="3773" y="579"/>
                    <a:pt x="3854" y="591"/>
                    <a:pt x="3929" y="616"/>
                  </a:cubicBezTo>
                  <a:cubicBezTo>
                    <a:pt x="3870" y="700"/>
                    <a:pt x="3810" y="819"/>
                    <a:pt x="3810" y="962"/>
                  </a:cubicBezTo>
                  <a:cubicBezTo>
                    <a:pt x="3774" y="962"/>
                    <a:pt x="3739" y="974"/>
                    <a:pt x="3703" y="974"/>
                  </a:cubicBezTo>
                  <a:cubicBezTo>
                    <a:pt x="3465" y="1045"/>
                    <a:pt x="3298" y="1212"/>
                    <a:pt x="3298" y="1212"/>
                  </a:cubicBezTo>
                  <a:cubicBezTo>
                    <a:pt x="3239" y="1271"/>
                    <a:pt x="3239" y="1378"/>
                    <a:pt x="3298" y="1438"/>
                  </a:cubicBezTo>
                  <a:cubicBezTo>
                    <a:pt x="3328" y="1468"/>
                    <a:pt x="3370" y="1483"/>
                    <a:pt x="3411" y="1483"/>
                  </a:cubicBezTo>
                  <a:cubicBezTo>
                    <a:pt x="3453" y="1483"/>
                    <a:pt x="3495" y="1468"/>
                    <a:pt x="3524" y="1438"/>
                  </a:cubicBezTo>
                  <a:cubicBezTo>
                    <a:pt x="3532" y="1422"/>
                    <a:pt x="3715" y="1247"/>
                    <a:pt x="3964" y="1247"/>
                  </a:cubicBezTo>
                  <a:cubicBezTo>
                    <a:pt x="4094" y="1247"/>
                    <a:pt x="4243" y="1295"/>
                    <a:pt x="4394" y="1438"/>
                  </a:cubicBezTo>
                  <a:cubicBezTo>
                    <a:pt x="4417" y="1462"/>
                    <a:pt x="4465" y="1474"/>
                    <a:pt x="4513" y="1474"/>
                  </a:cubicBezTo>
                  <a:cubicBezTo>
                    <a:pt x="4656" y="1474"/>
                    <a:pt x="4715" y="1295"/>
                    <a:pt x="4632" y="1200"/>
                  </a:cubicBezTo>
                  <a:cubicBezTo>
                    <a:pt x="4465" y="1033"/>
                    <a:pt x="4286" y="962"/>
                    <a:pt x="4132" y="926"/>
                  </a:cubicBezTo>
                  <a:cubicBezTo>
                    <a:pt x="4155" y="819"/>
                    <a:pt x="4251" y="688"/>
                    <a:pt x="4298" y="664"/>
                  </a:cubicBezTo>
                  <a:lnTo>
                    <a:pt x="4298" y="640"/>
                  </a:lnTo>
                  <a:cubicBezTo>
                    <a:pt x="4502" y="424"/>
                    <a:pt x="4770" y="329"/>
                    <a:pt x="5016" y="329"/>
                  </a:cubicBezTo>
                  <a:cubicBezTo>
                    <a:pt x="5257" y="329"/>
                    <a:pt x="5478" y="421"/>
                    <a:pt x="5596" y="581"/>
                  </a:cubicBezTo>
                  <a:cubicBezTo>
                    <a:pt x="5620" y="628"/>
                    <a:pt x="5668" y="640"/>
                    <a:pt x="5715" y="664"/>
                  </a:cubicBezTo>
                  <a:cubicBezTo>
                    <a:pt x="5763" y="664"/>
                    <a:pt x="5799" y="640"/>
                    <a:pt x="5834" y="616"/>
                  </a:cubicBezTo>
                  <a:cubicBezTo>
                    <a:pt x="5984" y="476"/>
                    <a:pt x="6190" y="411"/>
                    <a:pt x="6397" y="411"/>
                  </a:cubicBezTo>
                  <a:cubicBezTo>
                    <a:pt x="6700" y="411"/>
                    <a:pt x="7005" y="552"/>
                    <a:pt x="7132" y="807"/>
                  </a:cubicBezTo>
                  <a:cubicBezTo>
                    <a:pt x="7153" y="869"/>
                    <a:pt x="7210" y="904"/>
                    <a:pt x="7287" y="904"/>
                  </a:cubicBezTo>
                  <a:cubicBezTo>
                    <a:pt x="7299" y="904"/>
                    <a:pt x="7310" y="904"/>
                    <a:pt x="7323" y="902"/>
                  </a:cubicBezTo>
                  <a:cubicBezTo>
                    <a:pt x="7391" y="883"/>
                    <a:pt x="7462" y="874"/>
                    <a:pt x="7533" y="874"/>
                  </a:cubicBezTo>
                  <a:cubicBezTo>
                    <a:pt x="7908" y="874"/>
                    <a:pt x="8292" y="1123"/>
                    <a:pt x="8382" y="1474"/>
                  </a:cubicBezTo>
                  <a:cubicBezTo>
                    <a:pt x="8392" y="1544"/>
                    <a:pt x="8445" y="1598"/>
                    <a:pt x="8519" y="1598"/>
                  </a:cubicBezTo>
                  <a:cubicBezTo>
                    <a:pt x="8533" y="1598"/>
                    <a:pt x="8546" y="1596"/>
                    <a:pt x="8561" y="1593"/>
                  </a:cubicBezTo>
                  <a:cubicBezTo>
                    <a:pt x="8578" y="1591"/>
                    <a:pt x="8595" y="1590"/>
                    <a:pt x="8612" y="1590"/>
                  </a:cubicBezTo>
                  <a:cubicBezTo>
                    <a:pt x="8726" y="1590"/>
                    <a:pt x="8843" y="1624"/>
                    <a:pt x="8978" y="1676"/>
                  </a:cubicBezTo>
                  <a:cubicBezTo>
                    <a:pt x="8994" y="1682"/>
                    <a:pt x="9013" y="1685"/>
                    <a:pt x="9033" y="1685"/>
                  </a:cubicBezTo>
                  <a:cubicBezTo>
                    <a:pt x="9095" y="1685"/>
                    <a:pt x="9162" y="1654"/>
                    <a:pt x="9180" y="1581"/>
                  </a:cubicBezTo>
                  <a:cubicBezTo>
                    <a:pt x="9216" y="1497"/>
                    <a:pt x="9180" y="1402"/>
                    <a:pt x="9097" y="1378"/>
                  </a:cubicBezTo>
                  <a:cubicBezTo>
                    <a:pt x="8942" y="1319"/>
                    <a:pt x="8799" y="1271"/>
                    <a:pt x="8644" y="1271"/>
                  </a:cubicBezTo>
                  <a:cubicBezTo>
                    <a:pt x="8472" y="841"/>
                    <a:pt x="7989" y="547"/>
                    <a:pt x="7502" y="547"/>
                  </a:cubicBezTo>
                  <a:cubicBezTo>
                    <a:pt x="7450" y="547"/>
                    <a:pt x="7398" y="550"/>
                    <a:pt x="7346" y="557"/>
                  </a:cubicBezTo>
                  <a:cubicBezTo>
                    <a:pt x="7145" y="251"/>
                    <a:pt x="6767" y="81"/>
                    <a:pt x="6386" y="81"/>
                  </a:cubicBezTo>
                  <a:cubicBezTo>
                    <a:pt x="6159" y="81"/>
                    <a:pt x="5931" y="142"/>
                    <a:pt x="5739" y="271"/>
                  </a:cubicBezTo>
                  <a:cubicBezTo>
                    <a:pt x="5542" y="91"/>
                    <a:pt x="5272" y="1"/>
                    <a:pt x="499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8" name="Google Shape;158;p19"/>
          <p:cNvSpPr txBox="1"/>
          <p:nvPr/>
        </p:nvSpPr>
        <p:spPr>
          <a:xfrm>
            <a:off x="226950" y="3864900"/>
            <a:ext cx="8309100" cy="127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000">
              <a:solidFill>
                <a:schemeClr val="lt1"/>
              </a:solidFill>
            </a:endParaRPr>
          </a:p>
          <a:p>
            <a:pPr indent="-355600" lvl="0" marL="457200" rtl="0" algn="l">
              <a:spcBef>
                <a:spcPts val="1000"/>
              </a:spcBef>
              <a:spcAft>
                <a:spcPts val="1000"/>
              </a:spcAft>
              <a:buClr>
                <a:schemeClr val="lt1"/>
              </a:buClr>
              <a:buSzPts val="2000"/>
              <a:buChar char="●"/>
            </a:pPr>
            <a:r>
              <a:rPr lang="en" sz="2000">
                <a:solidFill>
                  <a:schemeClr val="lt1"/>
                </a:solidFill>
              </a:rPr>
              <a:t>Optimized and validated each model’s hyperparameters</a:t>
            </a:r>
            <a:endParaRPr sz="2000">
              <a:solidFill>
                <a:schemeClr val="lt1"/>
              </a:solidFill>
            </a:endParaRPr>
          </a:p>
        </p:txBody>
      </p:sp>
      <p:sp>
        <p:nvSpPr>
          <p:cNvPr id="159" name="Google Shape;159;p19"/>
          <p:cNvSpPr txBox="1"/>
          <p:nvPr/>
        </p:nvSpPr>
        <p:spPr>
          <a:xfrm>
            <a:off x="4653575" y="76200"/>
            <a:ext cx="7152600" cy="25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lt1"/>
                </a:solidFill>
              </a:rPr>
              <a:t>https://colab.research.google.com/drive/1qnosnt9dfp7NEf_IsVlu3s0UDzJNOM9c?usp=sharing</a:t>
            </a:r>
            <a:endParaRPr sz="800">
              <a:solidFill>
                <a:schemeClr val="lt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1E1735"/>
            </a:gs>
            <a:gs pos="100000">
              <a:srgbClr val="443273"/>
            </a:gs>
          </a:gsLst>
          <a:lin ang="13500032" scaled="0"/>
        </a:gradFill>
      </p:bgPr>
    </p:bg>
    <p:spTree>
      <p:nvGrpSpPr>
        <p:cNvPr id="163" name="Shape 163"/>
        <p:cNvGrpSpPr/>
        <p:nvPr/>
      </p:nvGrpSpPr>
      <p:grpSpPr>
        <a:xfrm>
          <a:off x="0" y="0"/>
          <a:ext cx="0" cy="0"/>
          <a:chOff x="0" y="0"/>
          <a:chExt cx="0" cy="0"/>
        </a:xfrm>
      </p:grpSpPr>
      <p:sp>
        <p:nvSpPr>
          <p:cNvPr id="164" name="Google Shape;164;p20"/>
          <p:cNvSpPr txBox="1"/>
          <p:nvPr/>
        </p:nvSpPr>
        <p:spPr>
          <a:xfrm>
            <a:off x="253475" y="1038775"/>
            <a:ext cx="2305500" cy="6402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1700">
                <a:solidFill>
                  <a:srgbClr val="FFFFFF"/>
                </a:solidFill>
                <a:latin typeface="Epilogue"/>
                <a:ea typeface="Epilogue"/>
                <a:cs typeface="Epilogue"/>
                <a:sym typeface="Epilogue"/>
              </a:rPr>
              <a:t>Random Forest</a:t>
            </a:r>
            <a:endParaRPr b="1" sz="1700">
              <a:solidFill>
                <a:srgbClr val="FFFFFF"/>
              </a:solidFill>
              <a:latin typeface="Epilogue"/>
              <a:ea typeface="Epilogue"/>
              <a:cs typeface="Epilogue"/>
              <a:sym typeface="Epilogue"/>
            </a:endParaRPr>
          </a:p>
        </p:txBody>
      </p:sp>
      <p:sp>
        <p:nvSpPr>
          <p:cNvPr id="165" name="Google Shape;165;p20"/>
          <p:cNvSpPr txBox="1"/>
          <p:nvPr/>
        </p:nvSpPr>
        <p:spPr>
          <a:xfrm>
            <a:off x="2868475" y="1419775"/>
            <a:ext cx="3148200" cy="6402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1700">
                <a:solidFill>
                  <a:srgbClr val="FFFFFF"/>
                </a:solidFill>
                <a:latin typeface="Epilogue"/>
                <a:ea typeface="Epilogue"/>
                <a:cs typeface="Epilogue"/>
                <a:sym typeface="Epilogue"/>
              </a:rPr>
              <a:t>K Nearest Neighbour</a:t>
            </a:r>
            <a:endParaRPr b="1" sz="1700">
              <a:solidFill>
                <a:srgbClr val="FFFFFF"/>
              </a:solidFill>
              <a:latin typeface="Epilogue"/>
              <a:ea typeface="Epilogue"/>
              <a:cs typeface="Epilogue"/>
              <a:sym typeface="Epilogue"/>
            </a:endParaRPr>
          </a:p>
        </p:txBody>
      </p:sp>
      <p:sp>
        <p:nvSpPr>
          <p:cNvPr id="166" name="Google Shape;166;p20"/>
          <p:cNvSpPr txBox="1"/>
          <p:nvPr/>
        </p:nvSpPr>
        <p:spPr>
          <a:xfrm>
            <a:off x="6033351" y="1038775"/>
            <a:ext cx="2686200" cy="6402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1700">
                <a:solidFill>
                  <a:srgbClr val="FFFFFF"/>
                </a:solidFill>
                <a:latin typeface="Epilogue"/>
                <a:ea typeface="Epilogue"/>
                <a:cs typeface="Epilogue"/>
                <a:sym typeface="Epilogue"/>
              </a:rPr>
              <a:t>Neural Network</a:t>
            </a:r>
            <a:endParaRPr b="1" sz="1700">
              <a:solidFill>
                <a:srgbClr val="FFFFFF"/>
              </a:solidFill>
              <a:latin typeface="Epilogue"/>
              <a:ea typeface="Epilogue"/>
              <a:cs typeface="Epilogue"/>
              <a:sym typeface="Epilogue"/>
            </a:endParaRPr>
          </a:p>
        </p:txBody>
      </p:sp>
      <p:sp>
        <p:nvSpPr>
          <p:cNvPr id="167" name="Google Shape;167;p20"/>
          <p:cNvSpPr/>
          <p:nvPr/>
        </p:nvSpPr>
        <p:spPr>
          <a:xfrm>
            <a:off x="939273" y="276775"/>
            <a:ext cx="914400" cy="914400"/>
          </a:xfrm>
          <a:prstGeom prst="ellipse">
            <a:avLst/>
          </a:prstGeom>
          <a:solidFill>
            <a:srgbClr val="FBB84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sp>
        <p:nvSpPr>
          <p:cNvPr id="168" name="Google Shape;168;p20"/>
          <p:cNvSpPr/>
          <p:nvPr/>
        </p:nvSpPr>
        <p:spPr>
          <a:xfrm>
            <a:off x="3943298" y="581575"/>
            <a:ext cx="914400" cy="914400"/>
          </a:xfrm>
          <a:prstGeom prst="ellipse">
            <a:avLst/>
          </a:prstGeom>
          <a:solidFill>
            <a:srgbClr val="5386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sp>
        <p:nvSpPr>
          <p:cNvPr id="169" name="Google Shape;169;p20"/>
          <p:cNvSpPr/>
          <p:nvPr/>
        </p:nvSpPr>
        <p:spPr>
          <a:xfrm>
            <a:off x="6871123" y="276775"/>
            <a:ext cx="914400" cy="914400"/>
          </a:xfrm>
          <a:prstGeom prst="ellipse">
            <a:avLst/>
          </a:prstGeom>
          <a:solidFill>
            <a:srgbClr val="F585A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grpSp>
        <p:nvGrpSpPr>
          <p:cNvPr id="170" name="Google Shape;170;p20"/>
          <p:cNvGrpSpPr/>
          <p:nvPr/>
        </p:nvGrpSpPr>
        <p:grpSpPr>
          <a:xfrm>
            <a:off x="1189569" y="498984"/>
            <a:ext cx="413808" cy="469986"/>
            <a:chOff x="3910637" y="3352690"/>
            <a:chExt cx="256800" cy="357024"/>
          </a:xfrm>
        </p:grpSpPr>
        <p:sp>
          <p:nvSpPr>
            <p:cNvPr id="171" name="Google Shape;171;p20"/>
            <p:cNvSpPr/>
            <p:nvPr/>
          </p:nvSpPr>
          <p:spPr>
            <a:xfrm>
              <a:off x="3910637" y="3352690"/>
              <a:ext cx="256800" cy="357024"/>
            </a:xfrm>
            <a:custGeom>
              <a:rect b="b" l="l" r="r" t="t"/>
              <a:pathLst>
                <a:path extrusionOk="0" h="11157" w="8025">
                  <a:moveTo>
                    <a:pt x="4001" y="310"/>
                  </a:moveTo>
                  <a:cubicBezTo>
                    <a:pt x="4596" y="310"/>
                    <a:pt x="5144" y="608"/>
                    <a:pt x="5477" y="1120"/>
                  </a:cubicBezTo>
                  <a:cubicBezTo>
                    <a:pt x="5501" y="1155"/>
                    <a:pt x="5560" y="1191"/>
                    <a:pt x="5608" y="1191"/>
                  </a:cubicBezTo>
                  <a:lnTo>
                    <a:pt x="5656" y="1191"/>
                  </a:lnTo>
                  <a:cubicBezTo>
                    <a:pt x="6668" y="1191"/>
                    <a:pt x="7501" y="2025"/>
                    <a:pt x="7501" y="3037"/>
                  </a:cubicBezTo>
                  <a:cubicBezTo>
                    <a:pt x="7501" y="3346"/>
                    <a:pt x="7418" y="3656"/>
                    <a:pt x="7263" y="3930"/>
                  </a:cubicBezTo>
                  <a:lnTo>
                    <a:pt x="7215" y="3882"/>
                  </a:lnTo>
                  <a:cubicBezTo>
                    <a:pt x="7186" y="3852"/>
                    <a:pt x="7144" y="3837"/>
                    <a:pt x="7101" y="3837"/>
                  </a:cubicBezTo>
                  <a:cubicBezTo>
                    <a:pt x="7058" y="3837"/>
                    <a:pt x="7013" y="3852"/>
                    <a:pt x="6977" y="3882"/>
                  </a:cubicBezTo>
                  <a:cubicBezTo>
                    <a:pt x="6918" y="3942"/>
                    <a:pt x="6918" y="4049"/>
                    <a:pt x="6977" y="4120"/>
                  </a:cubicBezTo>
                  <a:cubicBezTo>
                    <a:pt x="7418" y="4549"/>
                    <a:pt x="7656" y="5132"/>
                    <a:pt x="7656" y="5763"/>
                  </a:cubicBezTo>
                  <a:cubicBezTo>
                    <a:pt x="7692" y="7025"/>
                    <a:pt x="6668" y="8049"/>
                    <a:pt x="5418" y="8049"/>
                  </a:cubicBezTo>
                  <a:cubicBezTo>
                    <a:pt x="5179" y="8049"/>
                    <a:pt x="4953" y="8025"/>
                    <a:pt x="4727" y="7942"/>
                  </a:cubicBezTo>
                  <a:lnTo>
                    <a:pt x="4715" y="7513"/>
                  </a:lnTo>
                  <a:cubicBezTo>
                    <a:pt x="4763" y="7490"/>
                    <a:pt x="4810" y="7442"/>
                    <a:pt x="4834" y="7394"/>
                  </a:cubicBezTo>
                  <a:cubicBezTo>
                    <a:pt x="4894" y="7335"/>
                    <a:pt x="4894" y="7228"/>
                    <a:pt x="4834" y="7156"/>
                  </a:cubicBezTo>
                  <a:cubicBezTo>
                    <a:pt x="4804" y="7126"/>
                    <a:pt x="4763" y="7112"/>
                    <a:pt x="4720" y="7112"/>
                  </a:cubicBezTo>
                  <a:cubicBezTo>
                    <a:pt x="4676" y="7112"/>
                    <a:pt x="4632" y="7126"/>
                    <a:pt x="4596" y="7156"/>
                  </a:cubicBezTo>
                  <a:cubicBezTo>
                    <a:pt x="4382" y="7371"/>
                    <a:pt x="4120" y="7466"/>
                    <a:pt x="3834" y="7466"/>
                  </a:cubicBezTo>
                  <a:cubicBezTo>
                    <a:pt x="3667" y="7466"/>
                    <a:pt x="3524" y="7442"/>
                    <a:pt x="3370" y="7371"/>
                  </a:cubicBezTo>
                  <a:cubicBezTo>
                    <a:pt x="3350" y="7357"/>
                    <a:pt x="3327" y="7351"/>
                    <a:pt x="3304" y="7351"/>
                  </a:cubicBezTo>
                  <a:cubicBezTo>
                    <a:pt x="3244" y="7351"/>
                    <a:pt x="3181" y="7390"/>
                    <a:pt x="3155" y="7442"/>
                  </a:cubicBezTo>
                  <a:cubicBezTo>
                    <a:pt x="3108" y="7513"/>
                    <a:pt x="3155" y="7621"/>
                    <a:pt x="3227" y="7668"/>
                  </a:cubicBezTo>
                  <a:cubicBezTo>
                    <a:pt x="3358" y="7728"/>
                    <a:pt x="3489" y="7763"/>
                    <a:pt x="3644" y="7787"/>
                  </a:cubicBezTo>
                  <a:lnTo>
                    <a:pt x="3608" y="8347"/>
                  </a:lnTo>
                  <a:cubicBezTo>
                    <a:pt x="3513" y="8359"/>
                    <a:pt x="3405" y="8359"/>
                    <a:pt x="3298" y="8359"/>
                  </a:cubicBezTo>
                  <a:cubicBezTo>
                    <a:pt x="2036" y="8359"/>
                    <a:pt x="1024" y="7335"/>
                    <a:pt x="1024" y="6085"/>
                  </a:cubicBezTo>
                  <a:cubicBezTo>
                    <a:pt x="1024" y="6013"/>
                    <a:pt x="1024" y="5942"/>
                    <a:pt x="1036" y="5858"/>
                  </a:cubicBezTo>
                  <a:cubicBezTo>
                    <a:pt x="1036" y="5823"/>
                    <a:pt x="1024" y="5775"/>
                    <a:pt x="988" y="5739"/>
                  </a:cubicBezTo>
                  <a:cubicBezTo>
                    <a:pt x="560" y="5251"/>
                    <a:pt x="322" y="4644"/>
                    <a:pt x="322" y="3989"/>
                  </a:cubicBezTo>
                  <a:cubicBezTo>
                    <a:pt x="322" y="2906"/>
                    <a:pt x="988" y="1929"/>
                    <a:pt x="1989" y="1548"/>
                  </a:cubicBezTo>
                  <a:lnTo>
                    <a:pt x="1989" y="1548"/>
                  </a:lnTo>
                  <a:cubicBezTo>
                    <a:pt x="1965" y="1656"/>
                    <a:pt x="1941" y="1775"/>
                    <a:pt x="1929" y="1870"/>
                  </a:cubicBezTo>
                  <a:cubicBezTo>
                    <a:pt x="1917" y="1965"/>
                    <a:pt x="1989" y="2037"/>
                    <a:pt x="2084" y="2048"/>
                  </a:cubicBezTo>
                  <a:lnTo>
                    <a:pt x="2096" y="2048"/>
                  </a:lnTo>
                  <a:cubicBezTo>
                    <a:pt x="2179" y="2048"/>
                    <a:pt x="2239" y="1989"/>
                    <a:pt x="2262" y="1906"/>
                  </a:cubicBezTo>
                  <a:cubicBezTo>
                    <a:pt x="2274" y="1715"/>
                    <a:pt x="2322" y="1536"/>
                    <a:pt x="2393" y="1370"/>
                  </a:cubicBezTo>
                  <a:lnTo>
                    <a:pt x="2393" y="1358"/>
                  </a:lnTo>
                  <a:cubicBezTo>
                    <a:pt x="2679" y="715"/>
                    <a:pt x="3298" y="310"/>
                    <a:pt x="4001" y="310"/>
                  </a:cubicBezTo>
                  <a:close/>
                  <a:moveTo>
                    <a:pt x="4394" y="7704"/>
                  </a:moveTo>
                  <a:lnTo>
                    <a:pt x="4536" y="10847"/>
                  </a:lnTo>
                  <a:lnTo>
                    <a:pt x="3834" y="10847"/>
                  </a:lnTo>
                  <a:lnTo>
                    <a:pt x="3989" y="7811"/>
                  </a:lnTo>
                  <a:cubicBezTo>
                    <a:pt x="4120" y="7799"/>
                    <a:pt x="4251" y="7763"/>
                    <a:pt x="4394" y="7704"/>
                  </a:cubicBezTo>
                  <a:close/>
                  <a:moveTo>
                    <a:pt x="4013" y="1"/>
                  </a:moveTo>
                  <a:cubicBezTo>
                    <a:pt x="3215" y="1"/>
                    <a:pt x="2501" y="465"/>
                    <a:pt x="2143" y="1155"/>
                  </a:cubicBezTo>
                  <a:cubicBezTo>
                    <a:pt x="881" y="1536"/>
                    <a:pt x="0" y="2679"/>
                    <a:pt x="0" y="4001"/>
                  </a:cubicBezTo>
                  <a:cubicBezTo>
                    <a:pt x="0" y="4704"/>
                    <a:pt x="250" y="5382"/>
                    <a:pt x="703" y="5918"/>
                  </a:cubicBezTo>
                  <a:lnTo>
                    <a:pt x="703" y="6097"/>
                  </a:lnTo>
                  <a:cubicBezTo>
                    <a:pt x="703" y="7549"/>
                    <a:pt x="1869" y="8704"/>
                    <a:pt x="3298" y="8704"/>
                  </a:cubicBezTo>
                  <a:cubicBezTo>
                    <a:pt x="3405" y="8704"/>
                    <a:pt x="3501" y="8704"/>
                    <a:pt x="3596" y="8692"/>
                  </a:cubicBezTo>
                  <a:lnTo>
                    <a:pt x="3596" y="8692"/>
                  </a:lnTo>
                  <a:lnTo>
                    <a:pt x="3501" y="10835"/>
                  </a:lnTo>
                  <a:lnTo>
                    <a:pt x="3298" y="10835"/>
                  </a:lnTo>
                  <a:cubicBezTo>
                    <a:pt x="3215" y="10835"/>
                    <a:pt x="3143" y="10907"/>
                    <a:pt x="3143" y="11002"/>
                  </a:cubicBezTo>
                  <a:cubicBezTo>
                    <a:pt x="3143" y="11085"/>
                    <a:pt x="3215" y="11157"/>
                    <a:pt x="3298" y="11157"/>
                  </a:cubicBezTo>
                  <a:lnTo>
                    <a:pt x="5048" y="11157"/>
                  </a:lnTo>
                  <a:cubicBezTo>
                    <a:pt x="5132" y="11157"/>
                    <a:pt x="5203" y="11085"/>
                    <a:pt x="5203" y="11002"/>
                  </a:cubicBezTo>
                  <a:cubicBezTo>
                    <a:pt x="5203" y="10907"/>
                    <a:pt x="5132" y="10835"/>
                    <a:pt x="5048" y="10835"/>
                  </a:cubicBezTo>
                  <a:lnTo>
                    <a:pt x="4846" y="10835"/>
                  </a:lnTo>
                  <a:lnTo>
                    <a:pt x="4715" y="8275"/>
                  </a:lnTo>
                  <a:lnTo>
                    <a:pt x="4715" y="8275"/>
                  </a:lnTo>
                  <a:cubicBezTo>
                    <a:pt x="4941" y="8335"/>
                    <a:pt x="5168" y="8359"/>
                    <a:pt x="5382" y="8359"/>
                  </a:cubicBezTo>
                  <a:cubicBezTo>
                    <a:pt x="6834" y="8359"/>
                    <a:pt x="7989" y="7192"/>
                    <a:pt x="7989" y="5763"/>
                  </a:cubicBezTo>
                  <a:cubicBezTo>
                    <a:pt x="8025" y="5204"/>
                    <a:pt x="7846" y="4656"/>
                    <a:pt x="7513" y="4215"/>
                  </a:cubicBezTo>
                  <a:cubicBezTo>
                    <a:pt x="7739" y="3870"/>
                    <a:pt x="7858" y="3465"/>
                    <a:pt x="7858" y="3049"/>
                  </a:cubicBezTo>
                  <a:cubicBezTo>
                    <a:pt x="7858" y="1858"/>
                    <a:pt x="6906" y="894"/>
                    <a:pt x="5715" y="882"/>
                  </a:cubicBezTo>
                  <a:cubicBezTo>
                    <a:pt x="5322" y="322"/>
                    <a:pt x="4691" y="1"/>
                    <a:pt x="401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72" name="Google Shape;172;p20"/>
            <p:cNvSpPr/>
            <p:nvPr/>
          </p:nvSpPr>
          <p:spPr>
            <a:xfrm>
              <a:off x="3960909" y="3498226"/>
              <a:ext cx="60992" cy="60992"/>
            </a:xfrm>
            <a:custGeom>
              <a:rect b="b" l="l" r="r" t="t"/>
              <a:pathLst>
                <a:path extrusionOk="0" h="1906" w="1906">
                  <a:moveTo>
                    <a:pt x="168" y="1"/>
                  </a:moveTo>
                  <a:cubicBezTo>
                    <a:pt x="84" y="1"/>
                    <a:pt x="1" y="84"/>
                    <a:pt x="1" y="167"/>
                  </a:cubicBezTo>
                  <a:cubicBezTo>
                    <a:pt x="1" y="1120"/>
                    <a:pt x="775" y="1906"/>
                    <a:pt x="1751" y="1906"/>
                  </a:cubicBezTo>
                  <a:cubicBezTo>
                    <a:pt x="1834" y="1906"/>
                    <a:pt x="1906" y="1834"/>
                    <a:pt x="1906" y="1751"/>
                  </a:cubicBezTo>
                  <a:cubicBezTo>
                    <a:pt x="1906" y="1656"/>
                    <a:pt x="1834" y="1584"/>
                    <a:pt x="1751" y="1584"/>
                  </a:cubicBezTo>
                  <a:cubicBezTo>
                    <a:pt x="977" y="1584"/>
                    <a:pt x="334" y="953"/>
                    <a:pt x="334" y="167"/>
                  </a:cubicBezTo>
                  <a:cubicBezTo>
                    <a:pt x="334" y="84"/>
                    <a:pt x="263" y="1"/>
                    <a:pt x="16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73" name="Google Shape;173;p20"/>
            <p:cNvSpPr/>
            <p:nvPr/>
          </p:nvSpPr>
          <p:spPr>
            <a:xfrm>
              <a:off x="4083981" y="3408690"/>
              <a:ext cx="44224" cy="43872"/>
            </a:xfrm>
            <a:custGeom>
              <a:rect b="b" l="l" r="r" t="t"/>
              <a:pathLst>
                <a:path extrusionOk="0" h="1371" w="1382">
                  <a:moveTo>
                    <a:pt x="167" y="1"/>
                  </a:moveTo>
                  <a:cubicBezTo>
                    <a:pt x="72" y="1"/>
                    <a:pt x="1" y="84"/>
                    <a:pt x="1" y="167"/>
                  </a:cubicBezTo>
                  <a:cubicBezTo>
                    <a:pt x="1" y="263"/>
                    <a:pt x="72" y="334"/>
                    <a:pt x="167" y="334"/>
                  </a:cubicBezTo>
                  <a:cubicBezTo>
                    <a:pt x="655" y="334"/>
                    <a:pt x="1036" y="739"/>
                    <a:pt x="1036" y="1215"/>
                  </a:cubicBezTo>
                  <a:cubicBezTo>
                    <a:pt x="1036" y="1299"/>
                    <a:pt x="1120" y="1370"/>
                    <a:pt x="1203" y="1370"/>
                  </a:cubicBezTo>
                  <a:cubicBezTo>
                    <a:pt x="1298" y="1370"/>
                    <a:pt x="1370" y="1299"/>
                    <a:pt x="1370" y="1215"/>
                  </a:cubicBezTo>
                  <a:cubicBezTo>
                    <a:pt x="1382" y="560"/>
                    <a:pt x="834" y="1"/>
                    <a:pt x="16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grpSp>
      <p:grpSp>
        <p:nvGrpSpPr>
          <p:cNvPr id="174" name="Google Shape;174;p20"/>
          <p:cNvGrpSpPr/>
          <p:nvPr/>
        </p:nvGrpSpPr>
        <p:grpSpPr>
          <a:xfrm>
            <a:off x="4165526" y="803763"/>
            <a:ext cx="469953" cy="470002"/>
            <a:chOff x="7529411" y="2414659"/>
            <a:chExt cx="355863" cy="362292"/>
          </a:xfrm>
        </p:grpSpPr>
        <p:sp>
          <p:nvSpPr>
            <p:cNvPr id="175" name="Google Shape;175;p20"/>
            <p:cNvSpPr/>
            <p:nvPr/>
          </p:nvSpPr>
          <p:spPr>
            <a:xfrm>
              <a:off x="7687816" y="2443081"/>
              <a:ext cx="45481" cy="15946"/>
            </a:xfrm>
            <a:custGeom>
              <a:rect b="b" l="l" r="r" t="t"/>
              <a:pathLst>
                <a:path extrusionOk="0" h="501" w="1429">
                  <a:moveTo>
                    <a:pt x="155" y="0"/>
                  </a:moveTo>
                  <a:cubicBezTo>
                    <a:pt x="72" y="0"/>
                    <a:pt x="0" y="72"/>
                    <a:pt x="0" y="167"/>
                  </a:cubicBezTo>
                  <a:cubicBezTo>
                    <a:pt x="0" y="250"/>
                    <a:pt x="72" y="322"/>
                    <a:pt x="155" y="322"/>
                  </a:cubicBezTo>
                  <a:cubicBezTo>
                    <a:pt x="357" y="322"/>
                    <a:pt x="893" y="357"/>
                    <a:pt x="1155" y="488"/>
                  </a:cubicBezTo>
                  <a:cubicBezTo>
                    <a:pt x="1191" y="500"/>
                    <a:pt x="1203" y="500"/>
                    <a:pt x="1227" y="500"/>
                  </a:cubicBezTo>
                  <a:cubicBezTo>
                    <a:pt x="1286" y="500"/>
                    <a:pt x="1346" y="477"/>
                    <a:pt x="1381" y="417"/>
                  </a:cubicBezTo>
                  <a:cubicBezTo>
                    <a:pt x="1429" y="346"/>
                    <a:pt x="1381" y="238"/>
                    <a:pt x="1310" y="191"/>
                  </a:cubicBezTo>
                  <a:cubicBezTo>
                    <a:pt x="917" y="0"/>
                    <a:pt x="191" y="0"/>
                    <a:pt x="15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76" name="Google Shape;176;p20"/>
            <p:cNvSpPr/>
            <p:nvPr/>
          </p:nvSpPr>
          <p:spPr>
            <a:xfrm>
              <a:off x="7648764" y="2414659"/>
              <a:ext cx="123204" cy="168654"/>
            </a:xfrm>
            <a:custGeom>
              <a:rect b="b" l="l" r="r" t="t"/>
              <a:pathLst>
                <a:path extrusionOk="0" h="5299" w="3871">
                  <a:moveTo>
                    <a:pt x="3013" y="322"/>
                  </a:moveTo>
                  <a:lnTo>
                    <a:pt x="3013" y="1024"/>
                  </a:lnTo>
                  <a:cubicBezTo>
                    <a:pt x="3013" y="1143"/>
                    <a:pt x="2977" y="1250"/>
                    <a:pt x="2930" y="1358"/>
                  </a:cubicBezTo>
                  <a:lnTo>
                    <a:pt x="2847" y="1512"/>
                  </a:lnTo>
                  <a:cubicBezTo>
                    <a:pt x="2835" y="1548"/>
                    <a:pt x="2835" y="1560"/>
                    <a:pt x="2835" y="1596"/>
                  </a:cubicBezTo>
                  <a:lnTo>
                    <a:pt x="2835" y="1953"/>
                  </a:lnTo>
                  <a:cubicBezTo>
                    <a:pt x="2835" y="2203"/>
                    <a:pt x="2727" y="2429"/>
                    <a:pt x="2561" y="2608"/>
                  </a:cubicBezTo>
                  <a:cubicBezTo>
                    <a:pt x="2370" y="2763"/>
                    <a:pt x="2144" y="2858"/>
                    <a:pt x="1894" y="2858"/>
                  </a:cubicBezTo>
                  <a:cubicBezTo>
                    <a:pt x="1418" y="2846"/>
                    <a:pt x="1013" y="2405"/>
                    <a:pt x="1013" y="1905"/>
                  </a:cubicBezTo>
                  <a:lnTo>
                    <a:pt x="1013" y="1596"/>
                  </a:lnTo>
                  <a:cubicBezTo>
                    <a:pt x="1013" y="1560"/>
                    <a:pt x="1013" y="1548"/>
                    <a:pt x="1001" y="1512"/>
                  </a:cubicBezTo>
                  <a:lnTo>
                    <a:pt x="894" y="1310"/>
                  </a:lnTo>
                  <a:cubicBezTo>
                    <a:pt x="846" y="1239"/>
                    <a:pt x="834" y="1143"/>
                    <a:pt x="834" y="1072"/>
                  </a:cubicBezTo>
                  <a:lnTo>
                    <a:pt x="834" y="1060"/>
                  </a:lnTo>
                  <a:cubicBezTo>
                    <a:pt x="834" y="655"/>
                    <a:pt x="1168" y="322"/>
                    <a:pt x="1561" y="322"/>
                  </a:cubicBezTo>
                  <a:close/>
                  <a:moveTo>
                    <a:pt x="2299" y="3108"/>
                  </a:moveTo>
                  <a:cubicBezTo>
                    <a:pt x="2299" y="3155"/>
                    <a:pt x="2311" y="3215"/>
                    <a:pt x="2323" y="3263"/>
                  </a:cubicBezTo>
                  <a:lnTo>
                    <a:pt x="1918" y="3679"/>
                  </a:lnTo>
                  <a:lnTo>
                    <a:pt x="1537" y="3286"/>
                  </a:lnTo>
                  <a:cubicBezTo>
                    <a:pt x="1549" y="3263"/>
                    <a:pt x="1549" y="3227"/>
                    <a:pt x="1549" y="3179"/>
                  </a:cubicBezTo>
                  <a:lnTo>
                    <a:pt x="1549" y="3108"/>
                  </a:lnTo>
                  <a:cubicBezTo>
                    <a:pt x="1656" y="3144"/>
                    <a:pt x="1763" y="3167"/>
                    <a:pt x="1882" y="3167"/>
                  </a:cubicBezTo>
                  <a:lnTo>
                    <a:pt x="1918" y="3167"/>
                  </a:lnTo>
                  <a:cubicBezTo>
                    <a:pt x="2061" y="3167"/>
                    <a:pt x="2180" y="3155"/>
                    <a:pt x="2299" y="3108"/>
                  </a:cubicBezTo>
                  <a:close/>
                  <a:moveTo>
                    <a:pt x="1584" y="0"/>
                  </a:moveTo>
                  <a:cubicBezTo>
                    <a:pt x="1001" y="0"/>
                    <a:pt x="525" y="477"/>
                    <a:pt x="525" y="1060"/>
                  </a:cubicBezTo>
                  <a:lnTo>
                    <a:pt x="525" y="1072"/>
                  </a:lnTo>
                  <a:cubicBezTo>
                    <a:pt x="525" y="1203"/>
                    <a:pt x="549" y="1334"/>
                    <a:pt x="608" y="1453"/>
                  </a:cubicBezTo>
                  <a:lnTo>
                    <a:pt x="703" y="1620"/>
                  </a:lnTo>
                  <a:lnTo>
                    <a:pt x="703" y="1893"/>
                  </a:lnTo>
                  <a:cubicBezTo>
                    <a:pt x="703" y="2322"/>
                    <a:pt x="906" y="2703"/>
                    <a:pt x="1239" y="2941"/>
                  </a:cubicBezTo>
                  <a:lnTo>
                    <a:pt x="1239" y="3179"/>
                  </a:lnTo>
                  <a:cubicBezTo>
                    <a:pt x="1239" y="3215"/>
                    <a:pt x="1227" y="3239"/>
                    <a:pt x="1192" y="3239"/>
                  </a:cubicBezTo>
                  <a:lnTo>
                    <a:pt x="513" y="3441"/>
                  </a:lnTo>
                  <a:cubicBezTo>
                    <a:pt x="215" y="3525"/>
                    <a:pt x="1" y="3798"/>
                    <a:pt x="1" y="4108"/>
                  </a:cubicBezTo>
                  <a:lnTo>
                    <a:pt x="1" y="5132"/>
                  </a:lnTo>
                  <a:cubicBezTo>
                    <a:pt x="1" y="5227"/>
                    <a:pt x="72" y="5299"/>
                    <a:pt x="168" y="5299"/>
                  </a:cubicBezTo>
                  <a:cubicBezTo>
                    <a:pt x="251" y="5299"/>
                    <a:pt x="322" y="5227"/>
                    <a:pt x="322" y="5132"/>
                  </a:cubicBezTo>
                  <a:lnTo>
                    <a:pt x="322" y="4108"/>
                  </a:lnTo>
                  <a:cubicBezTo>
                    <a:pt x="322" y="3941"/>
                    <a:pt x="430" y="3798"/>
                    <a:pt x="596" y="3751"/>
                  </a:cubicBezTo>
                  <a:lnTo>
                    <a:pt x="1275" y="3560"/>
                  </a:lnTo>
                  <a:cubicBezTo>
                    <a:pt x="1311" y="3560"/>
                    <a:pt x="1323" y="3536"/>
                    <a:pt x="1358" y="3525"/>
                  </a:cubicBezTo>
                  <a:lnTo>
                    <a:pt x="1775" y="3941"/>
                  </a:lnTo>
                  <a:lnTo>
                    <a:pt x="1775" y="5120"/>
                  </a:lnTo>
                  <a:cubicBezTo>
                    <a:pt x="1775" y="5203"/>
                    <a:pt x="1846" y="5287"/>
                    <a:pt x="1930" y="5287"/>
                  </a:cubicBezTo>
                  <a:cubicBezTo>
                    <a:pt x="2025" y="5287"/>
                    <a:pt x="2096" y="5203"/>
                    <a:pt x="2096" y="5120"/>
                  </a:cubicBezTo>
                  <a:lnTo>
                    <a:pt x="2096" y="3941"/>
                  </a:lnTo>
                  <a:lnTo>
                    <a:pt x="2525" y="3513"/>
                  </a:lnTo>
                  <a:cubicBezTo>
                    <a:pt x="2573" y="3536"/>
                    <a:pt x="2620" y="3560"/>
                    <a:pt x="2680" y="3572"/>
                  </a:cubicBezTo>
                  <a:lnTo>
                    <a:pt x="3275" y="3751"/>
                  </a:lnTo>
                  <a:cubicBezTo>
                    <a:pt x="3442" y="3798"/>
                    <a:pt x="3537" y="3941"/>
                    <a:pt x="3537" y="4108"/>
                  </a:cubicBezTo>
                  <a:lnTo>
                    <a:pt x="3537" y="5132"/>
                  </a:lnTo>
                  <a:cubicBezTo>
                    <a:pt x="3537" y="5227"/>
                    <a:pt x="3620" y="5299"/>
                    <a:pt x="3704" y="5299"/>
                  </a:cubicBezTo>
                  <a:cubicBezTo>
                    <a:pt x="3799" y="5299"/>
                    <a:pt x="3870" y="5227"/>
                    <a:pt x="3870" y="5132"/>
                  </a:cubicBezTo>
                  <a:lnTo>
                    <a:pt x="3870" y="4108"/>
                  </a:lnTo>
                  <a:cubicBezTo>
                    <a:pt x="3870" y="3822"/>
                    <a:pt x="3668" y="3536"/>
                    <a:pt x="3370" y="3465"/>
                  </a:cubicBezTo>
                  <a:lnTo>
                    <a:pt x="2775" y="3286"/>
                  </a:lnTo>
                  <a:cubicBezTo>
                    <a:pt x="2692" y="3263"/>
                    <a:pt x="2632" y="3179"/>
                    <a:pt x="2632" y="3108"/>
                  </a:cubicBezTo>
                  <a:lnTo>
                    <a:pt x="2632" y="2977"/>
                  </a:lnTo>
                  <a:cubicBezTo>
                    <a:pt x="2692" y="2929"/>
                    <a:pt x="2739" y="2882"/>
                    <a:pt x="2799" y="2846"/>
                  </a:cubicBezTo>
                  <a:cubicBezTo>
                    <a:pt x="3037" y="2608"/>
                    <a:pt x="3168" y="2286"/>
                    <a:pt x="3168" y="1953"/>
                  </a:cubicBezTo>
                  <a:lnTo>
                    <a:pt x="3168" y="1631"/>
                  </a:lnTo>
                  <a:lnTo>
                    <a:pt x="3228" y="1501"/>
                  </a:lnTo>
                  <a:cubicBezTo>
                    <a:pt x="3311" y="1358"/>
                    <a:pt x="3347" y="1191"/>
                    <a:pt x="3347" y="1024"/>
                  </a:cubicBezTo>
                  <a:lnTo>
                    <a:pt x="3347" y="167"/>
                  </a:lnTo>
                  <a:cubicBezTo>
                    <a:pt x="3347" y="72"/>
                    <a:pt x="3275" y="0"/>
                    <a:pt x="319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77" name="Google Shape;177;p20"/>
            <p:cNvSpPr/>
            <p:nvPr/>
          </p:nvSpPr>
          <p:spPr>
            <a:xfrm>
              <a:off x="7670757" y="2551072"/>
              <a:ext cx="10248" cy="33005"/>
            </a:xfrm>
            <a:custGeom>
              <a:rect b="b" l="l" r="r" t="t"/>
              <a:pathLst>
                <a:path extrusionOk="0" h="1037" w="322">
                  <a:moveTo>
                    <a:pt x="155" y="1"/>
                  </a:moveTo>
                  <a:cubicBezTo>
                    <a:pt x="72" y="1"/>
                    <a:pt x="0" y="72"/>
                    <a:pt x="0" y="167"/>
                  </a:cubicBezTo>
                  <a:lnTo>
                    <a:pt x="0" y="882"/>
                  </a:lnTo>
                  <a:cubicBezTo>
                    <a:pt x="0" y="965"/>
                    <a:pt x="72" y="1036"/>
                    <a:pt x="155" y="1036"/>
                  </a:cubicBezTo>
                  <a:cubicBezTo>
                    <a:pt x="251" y="1036"/>
                    <a:pt x="322" y="965"/>
                    <a:pt x="322" y="882"/>
                  </a:cubicBezTo>
                  <a:lnTo>
                    <a:pt x="322" y="167"/>
                  </a:lnTo>
                  <a:cubicBezTo>
                    <a:pt x="322" y="72"/>
                    <a:pt x="251" y="1"/>
                    <a:pt x="15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78" name="Google Shape;178;p20"/>
            <p:cNvSpPr/>
            <p:nvPr/>
          </p:nvSpPr>
          <p:spPr>
            <a:xfrm>
              <a:off x="7738963" y="2551072"/>
              <a:ext cx="10280" cy="33005"/>
            </a:xfrm>
            <a:custGeom>
              <a:rect b="b" l="l" r="r" t="t"/>
              <a:pathLst>
                <a:path extrusionOk="0" h="1037" w="323">
                  <a:moveTo>
                    <a:pt x="155" y="1"/>
                  </a:moveTo>
                  <a:cubicBezTo>
                    <a:pt x="72" y="1"/>
                    <a:pt x="1" y="72"/>
                    <a:pt x="1" y="167"/>
                  </a:cubicBezTo>
                  <a:lnTo>
                    <a:pt x="1" y="882"/>
                  </a:lnTo>
                  <a:cubicBezTo>
                    <a:pt x="1" y="965"/>
                    <a:pt x="72" y="1036"/>
                    <a:pt x="155" y="1036"/>
                  </a:cubicBezTo>
                  <a:cubicBezTo>
                    <a:pt x="251" y="1036"/>
                    <a:pt x="322" y="965"/>
                    <a:pt x="322" y="882"/>
                  </a:cubicBezTo>
                  <a:lnTo>
                    <a:pt x="322" y="167"/>
                  </a:lnTo>
                  <a:cubicBezTo>
                    <a:pt x="322" y="72"/>
                    <a:pt x="251" y="1"/>
                    <a:pt x="15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79" name="Google Shape;179;p20"/>
            <p:cNvSpPr/>
            <p:nvPr/>
          </p:nvSpPr>
          <p:spPr>
            <a:xfrm>
              <a:off x="7568432" y="2635956"/>
              <a:ext cx="45513" cy="15946"/>
            </a:xfrm>
            <a:custGeom>
              <a:rect b="b" l="l" r="r" t="t"/>
              <a:pathLst>
                <a:path extrusionOk="0" h="501" w="1430">
                  <a:moveTo>
                    <a:pt x="156" y="1"/>
                  </a:moveTo>
                  <a:cubicBezTo>
                    <a:pt x="72" y="1"/>
                    <a:pt x="1" y="72"/>
                    <a:pt x="1" y="155"/>
                  </a:cubicBezTo>
                  <a:cubicBezTo>
                    <a:pt x="1" y="251"/>
                    <a:pt x="72" y="322"/>
                    <a:pt x="156" y="322"/>
                  </a:cubicBezTo>
                  <a:cubicBezTo>
                    <a:pt x="358" y="322"/>
                    <a:pt x="894" y="358"/>
                    <a:pt x="1156" y="489"/>
                  </a:cubicBezTo>
                  <a:cubicBezTo>
                    <a:pt x="1191" y="501"/>
                    <a:pt x="1203" y="501"/>
                    <a:pt x="1227" y="501"/>
                  </a:cubicBezTo>
                  <a:cubicBezTo>
                    <a:pt x="1287" y="501"/>
                    <a:pt x="1346" y="477"/>
                    <a:pt x="1382" y="417"/>
                  </a:cubicBezTo>
                  <a:cubicBezTo>
                    <a:pt x="1430" y="334"/>
                    <a:pt x="1394" y="239"/>
                    <a:pt x="1310" y="191"/>
                  </a:cubicBezTo>
                  <a:cubicBezTo>
                    <a:pt x="918" y="1"/>
                    <a:pt x="191" y="1"/>
                    <a:pt x="15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80" name="Google Shape;180;p20"/>
            <p:cNvSpPr/>
            <p:nvPr/>
          </p:nvSpPr>
          <p:spPr>
            <a:xfrm>
              <a:off x="7529411" y="2607916"/>
              <a:ext cx="123172" cy="168654"/>
            </a:xfrm>
            <a:custGeom>
              <a:rect b="b" l="l" r="r" t="t"/>
              <a:pathLst>
                <a:path extrusionOk="0" h="5299" w="3870">
                  <a:moveTo>
                    <a:pt x="3025" y="310"/>
                  </a:moveTo>
                  <a:lnTo>
                    <a:pt x="3025" y="1013"/>
                  </a:lnTo>
                  <a:cubicBezTo>
                    <a:pt x="3025" y="1132"/>
                    <a:pt x="2989" y="1239"/>
                    <a:pt x="2953" y="1334"/>
                  </a:cubicBezTo>
                  <a:lnTo>
                    <a:pt x="2858" y="1501"/>
                  </a:lnTo>
                  <a:cubicBezTo>
                    <a:pt x="2846" y="1536"/>
                    <a:pt x="2846" y="1548"/>
                    <a:pt x="2846" y="1572"/>
                  </a:cubicBezTo>
                  <a:lnTo>
                    <a:pt x="2846" y="1929"/>
                  </a:lnTo>
                  <a:cubicBezTo>
                    <a:pt x="2834" y="2191"/>
                    <a:pt x="2727" y="2406"/>
                    <a:pt x="2560" y="2584"/>
                  </a:cubicBezTo>
                  <a:cubicBezTo>
                    <a:pt x="2392" y="2753"/>
                    <a:pt x="2170" y="2847"/>
                    <a:pt x="1945" y="2847"/>
                  </a:cubicBezTo>
                  <a:cubicBezTo>
                    <a:pt x="1932" y="2847"/>
                    <a:pt x="1919" y="2847"/>
                    <a:pt x="1905" y="2846"/>
                  </a:cubicBezTo>
                  <a:cubicBezTo>
                    <a:pt x="1429" y="2822"/>
                    <a:pt x="1024" y="2394"/>
                    <a:pt x="1024" y="1894"/>
                  </a:cubicBezTo>
                  <a:lnTo>
                    <a:pt x="1024" y="1572"/>
                  </a:lnTo>
                  <a:cubicBezTo>
                    <a:pt x="1024" y="1548"/>
                    <a:pt x="1024" y="1536"/>
                    <a:pt x="1012" y="1501"/>
                  </a:cubicBezTo>
                  <a:lnTo>
                    <a:pt x="905" y="1298"/>
                  </a:lnTo>
                  <a:cubicBezTo>
                    <a:pt x="870" y="1215"/>
                    <a:pt x="846" y="1132"/>
                    <a:pt x="846" y="1060"/>
                  </a:cubicBezTo>
                  <a:lnTo>
                    <a:pt x="846" y="1036"/>
                  </a:lnTo>
                  <a:cubicBezTo>
                    <a:pt x="846" y="643"/>
                    <a:pt x="1179" y="310"/>
                    <a:pt x="1584" y="310"/>
                  </a:cubicBezTo>
                  <a:close/>
                  <a:moveTo>
                    <a:pt x="2298" y="3096"/>
                  </a:moveTo>
                  <a:lnTo>
                    <a:pt x="2298" y="3156"/>
                  </a:lnTo>
                  <a:cubicBezTo>
                    <a:pt x="2298" y="3179"/>
                    <a:pt x="2298" y="3215"/>
                    <a:pt x="2310" y="3263"/>
                  </a:cubicBezTo>
                  <a:lnTo>
                    <a:pt x="1917" y="3656"/>
                  </a:lnTo>
                  <a:lnTo>
                    <a:pt x="1536" y="3275"/>
                  </a:lnTo>
                  <a:cubicBezTo>
                    <a:pt x="1548" y="3239"/>
                    <a:pt x="1548" y="3215"/>
                    <a:pt x="1548" y="3168"/>
                  </a:cubicBezTo>
                  <a:lnTo>
                    <a:pt x="1548" y="3096"/>
                  </a:lnTo>
                  <a:cubicBezTo>
                    <a:pt x="1655" y="3120"/>
                    <a:pt x="1763" y="3156"/>
                    <a:pt x="1882" y="3156"/>
                  </a:cubicBezTo>
                  <a:lnTo>
                    <a:pt x="1917" y="3156"/>
                  </a:lnTo>
                  <a:cubicBezTo>
                    <a:pt x="2036" y="3156"/>
                    <a:pt x="2179" y="3132"/>
                    <a:pt x="2298" y="3096"/>
                  </a:cubicBezTo>
                  <a:close/>
                  <a:moveTo>
                    <a:pt x="1584" y="1"/>
                  </a:moveTo>
                  <a:cubicBezTo>
                    <a:pt x="1001" y="1"/>
                    <a:pt x="524" y="477"/>
                    <a:pt x="524" y="1060"/>
                  </a:cubicBezTo>
                  <a:lnTo>
                    <a:pt x="524" y="1072"/>
                  </a:lnTo>
                  <a:cubicBezTo>
                    <a:pt x="524" y="1203"/>
                    <a:pt x="548" y="1334"/>
                    <a:pt x="608" y="1453"/>
                  </a:cubicBezTo>
                  <a:lnTo>
                    <a:pt x="703" y="1620"/>
                  </a:lnTo>
                  <a:lnTo>
                    <a:pt x="703" y="1894"/>
                  </a:lnTo>
                  <a:cubicBezTo>
                    <a:pt x="703" y="2322"/>
                    <a:pt x="905" y="2703"/>
                    <a:pt x="1239" y="2941"/>
                  </a:cubicBezTo>
                  <a:lnTo>
                    <a:pt x="1239" y="3179"/>
                  </a:lnTo>
                  <a:cubicBezTo>
                    <a:pt x="1239" y="3215"/>
                    <a:pt x="1227" y="3239"/>
                    <a:pt x="1191" y="3239"/>
                  </a:cubicBezTo>
                  <a:lnTo>
                    <a:pt x="512" y="3441"/>
                  </a:lnTo>
                  <a:cubicBezTo>
                    <a:pt x="215" y="3525"/>
                    <a:pt x="0" y="3799"/>
                    <a:pt x="0" y="4108"/>
                  </a:cubicBezTo>
                  <a:lnTo>
                    <a:pt x="0" y="5132"/>
                  </a:lnTo>
                  <a:cubicBezTo>
                    <a:pt x="0" y="5227"/>
                    <a:pt x="72" y="5299"/>
                    <a:pt x="167" y="5299"/>
                  </a:cubicBezTo>
                  <a:cubicBezTo>
                    <a:pt x="250" y="5299"/>
                    <a:pt x="322" y="5227"/>
                    <a:pt x="322" y="5132"/>
                  </a:cubicBezTo>
                  <a:lnTo>
                    <a:pt x="322" y="4108"/>
                  </a:lnTo>
                  <a:cubicBezTo>
                    <a:pt x="322" y="3941"/>
                    <a:pt x="429" y="3799"/>
                    <a:pt x="596" y="3751"/>
                  </a:cubicBezTo>
                  <a:lnTo>
                    <a:pt x="1274" y="3560"/>
                  </a:lnTo>
                  <a:cubicBezTo>
                    <a:pt x="1310" y="3560"/>
                    <a:pt x="1322" y="3537"/>
                    <a:pt x="1358" y="3525"/>
                  </a:cubicBezTo>
                  <a:lnTo>
                    <a:pt x="1774" y="3941"/>
                  </a:lnTo>
                  <a:lnTo>
                    <a:pt x="1774" y="5120"/>
                  </a:lnTo>
                  <a:cubicBezTo>
                    <a:pt x="1774" y="5204"/>
                    <a:pt x="1846" y="5287"/>
                    <a:pt x="1929" y="5287"/>
                  </a:cubicBezTo>
                  <a:cubicBezTo>
                    <a:pt x="2025" y="5287"/>
                    <a:pt x="2096" y="5204"/>
                    <a:pt x="2096" y="5120"/>
                  </a:cubicBezTo>
                  <a:lnTo>
                    <a:pt x="2096" y="3941"/>
                  </a:lnTo>
                  <a:lnTo>
                    <a:pt x="2513" y="3525"/>
                  </a:lnTo>
                  <a:cubicBezTo>
                    <a:pt x="2548" y="3537"/>
                    <a:pt x="2560" y="3537"/>
                    <a:pt x="2584" y="3560"/>
                  </a:cubicBezTo>
                  <a:lnTo>
                    <a:pt x="3275" y="3751"/>
                  </a:lnTo>
                  <a:cubicBezTo>
                    <a:pt x="3441" y="3799"/>
                    <a:pt x="3537" y="3941"/>
                    <a:pt x="3537" y="4108"/>
                  </a:cubicBezTo>
                  <a:lnTo>
                    <a:pt x="3537" y="5132"/>
                  </a:lnTo>
                  <a:cubicBezTo>
                    <a:pt x="3537" y="5227"/>
                    <a:pt x="3620" y="5299"/>
                    <a:pt x="3703" y="5299"/>
                  </a:cubicBezTo>
                  <a:cubicBezTo>
                    <a:pt x="3799" y="5299"/>
                    <a:pt x="3870" y="5227"/>
                    <a:pt x="3870" y="5132"/>
                  </a:cubicBezTo>
                  <a:lnTo>
                    <a:pt x="3870" y="4108"/>
                  </a:lnTo>
                  <a:cubicBezTo>
                    <a:pt x="3870" y="3810"/>
                    <a:pt x="3668" y="3537"/>
                    <a:pt x="3370" y="3453"/>
                  </a:cubicBezTo>
                  <a:lnTo>
                    <a:pt x="2679" y="3263"/>
                  </a:lnTo>
                  <a:cubicBezTo>
                    <a:pt x="2656" y="3239"/>
                    <a:pt x="2632" y="3227"/>
                    <a:pt x="2632" y="3203"/>
                  </a:cubicBezTo>
                  <a:lnTo>
                    <a:pt x="2632" y="2977"/>
                  </a:lnTo>
                  <a:cubicBezTo>
                    <a:pt x="2691" y="2929"/>
                    <a:pt x="2739" y="2882"/>
                    <a:pt x="2798" y="2846"/>
                  </a:cubicBezTo>
                  <a:cubicBezTo>
                    <a:pt x="3037" y="2608"/>
                    <a:pt x="3168" y="2287"/>
                    <a:pt x="3168" y="1953"/>
                  </a:cubicBezTo>
                  <a:lnTo>
                    <a:pt x="3168" y="1632"/>
                  </a:lnTo>
                  <a:lnTo>
                    <a:pt x="3227" y="1501"/>
                  </a:lnTo>
                  <a:cubicBezTo>
                    <a:pt x="3310" y="1358"/>
                    <a:pt x="3346" y="1191"/>
                    <a:pt x="3346" y="1024"/>
                  </a:cubicBezTo>
                  <a:lnTo>
                    <a:pt x="3346" y="167"/>
                  </a:lnTo>
                  <a:cubicBezTo>
                    <a:pt x="3346" y="72"/>
                    <a:pt x="3275" y="1"/>
                    <a:pt x="319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81" name="Google Shape;181;p20"/>
            <p:cNvSpPr/>
            <p:nvPr/>
          </p:nvSpPr>
          <p:spPr>
            <a:xfrm>
              <a:off x="7551754" y="2743946"/>
              <a:ext cx="10280" cy="33005"/>
            </a:xfrm>
            <a:custGeom>
              <a:rect b="b" l="l" r="r" t="t"/>
              <a:pathLst>
                <a:path extrusionOk="0" h="1037" w="323">
                  <a:moveTo>
                    <a:pt x="168" y="1"/>
                  </a:moveTo>
                  <a:cubicBezTo>
                    <a:pt x="72" y="1"/>
                    <a:pt x="1" y="72"/>
                    <a:pt x="1" y="156"/>
                  </a:cubicBezTo>
                  <a:lnTo>
                    <a:pt x="1" y="870"/>
                  </a:lnTo>
                  <a:cubicBezTo>
                    <a:pt x="1" y="965"/>
                    <a:pt x="72" y="1037"/>
                    <a:pt x="168" y="1037"/>
                  </a:cubicBezTo>
                  <a:cubicBezTo>
                    <a:pt x="251" y="1037"/>
                    <a:pt x="322" y="965"/>
                    <a:pt x="322" y="870"/>
                  </a:cubicBezTo>
                  <a:lnTo>
                    <a:pt x="322" y="156"/>
                  </a:lnTo>
                  <a:cubicBezTo>
                    <a:pt x="322" y="72"/>
                    <a:pt x="251" y="1"/>
                    <a:pt x="16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82" name="Google Shape;182;p20"/>
            <p:cNvSpPr/>
            <p:nvPr/>
          </p:nvSpPr>
          <p:spPr>
            <a:xfrm>
              <a:off x="7619610" y="2743946"/>
              <a:ext cx="10248" cy="33005"/>
            </a:xfrm>
            <a:custGeom>
              <a:rect b="b" l="l" r="r" t="t"/>
              <a:pathLst>
                <a:path extrusionOk="0" h="1037" w="322">
                  <a:moveTo>
                    <a:pt x="155" y="1"/>
                  </a:moveTo>
                  <a:cubicBezTo>
                    <a:pt x="72" y="1"/>
                    <a:pt x="0" y="72"/>
                    <a:pt x="0" y="156"/>
                  </a:cubicBezTo>
                  <a:lnTo>
                    <a:pt x="0" y="870"/>
                  </a:lnTo>
                  <a:cubicBezTo>
                    <a:pt x="0" y="965"/>
                    <a:pt x="72" y="1037"/>
                    <a:pt x="155" y="1037"/>
                  </a:cubicBezTo>
                  <a:cubicBezTo>
                    <a:pt x="250" y="1037"/>
                    <a:pt x="322" y="965"/>
                    <a:pt x="322" y="870"/>
                  </a:cubicBezTo>
                  <a:lnTo>
                    <a:pt x="322" y="156"/>
                  </a:lnTo>
                  <a:cubicBezTo>
                    <a:pt x="322" y="72"/>
                    <a:pt x="250" y="1"/>
                    <a:pt x="15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83" name="Google Shape;183;p20"/>
            <p:cNvSpPr/>
            <p:nvPr/>
          </p:nvSpPr>
          <p:spPr>
            <a:xfrm>
              <a:off x="7773464" y="2584427"/>
              <a:ext cx="111810" cy="192525"/>
            </a:xfrm>
            <a:custGeom>
              <a:rect b="b" l="l" r="r" t="t"/>
              <a:pathLst>
                <a:path extrusionOk="0" h="6049" w="3513">
                  <a:moveTo>
                    <a:pt x="1738" y="346"/>
                  </a:moveTo>
                  <a:cubicBezTo>
                    <a:pt x="2036" y="346"/>
                    <a:pt x="2286" y="560"/>
                    <a:pt x="2286" y="810"/>
                  </a:cubicBezTo>
                  <a:lnTo>
                    <a:pt x="2286" y="846"/>
                  </a:lnTo>
                  <a:cubicBezTo>
                    <a:pt x="2131" y="762"/>
                    <a:pt x="1929" y="739"/>
                    <a:pt x="1738" y="739"/>
                  </a:cubicBezTo>
                  <a:cubicBezTo>
                    <a:pt x="1548" y="739"/>
                    <a:pt x="1369" y="786"/>
                    <a:pt x="1191" y="846"/>
                  </a:cubicBezTo>
                  <a:lnTo>
                    <a:pt x="1191" y="810"/>
                  </a:lnTo>
                  <a:cubicBezTo>
                    <a:pt x="1203" y="560"/>
                    <a:pt x="1441" y="346"/>
                    <a:pt x="1738" y="346"/>
                  </a:cubicBezTo>
                  <a:close/>
                  <a:moveTo>
                    <a:pt x="1738" y="1048"/>
                  </a:moveTo>
                  <a:cubicBezTo>
                    <a:pt x="2334" y="1048"/>
                    <a:pt x="2822" y="1536"/>
                    <a:pt x="2822" y="2132"/>
                  </a:cubicBezTo>
                  <a:cubicBezTo>
                    <a:pt x="2822" y="2251"/>
                    <a:pt x="2810" y="2358"/>
                    <a:pt x="2762" y="2477"/>
                  </a:cubicBezTo>
                  <a:cubicBezTo>
                    <a:pt x="2286" y="2001"/>
                    <a:pt x="1453" y="1810"/>
                    <a:pt x="1429" y="1798"/>
                  </a:cubicBezTo>
                  <a:cubicBezTo>
                    <a:pt x="1415" y="1791"/>
                    <a:pt x="1400" y="1788"/>
                    <a:pt x="1385" y="1788"/>
                  </a:cubicBezTo>
                  <a:cubicBezTo>
                    <a:pt x="1347" y="1788"/>
                    <a:pt x="1308" y="1805"/>
                    <a:pt x="1274" y="1822"/>
                  </a:cubicBezTo>
                  <a:cubicBezTo>
                    <a:pt x="1238" y="1858"/>
                    <a:pt x="1215" y="1893"/>
                    <a:pt x="1215" y="1953"/>
                  </a:cubicBezTo>
                  <a:cubicBezTo>
                    <a:pt x="1215" y="1977"/>
                    <a:pt x="1203" y="2072"/>
                    <a:pt x="1084" y="2191"/>
                  </a:cubicBezTo>
                  <a:cubicBezTo>
                    <a:pt x="1024" y="2251"/>
                    <a:pt x="1024" y="2358"/>
                    <a:pt x="1084" y="2429"/>
                  </a:cubicBezTo>
                  <a:cubicBezTo>
                    <a:pt x="1111" y="2467"/>
                    <a:pt x="1148" y="2483"/>
                    <a:pt x="1188" y="2483"/>
                  </a:cubicBezTo>
                  <a:cubicBezTo>
                    <a:pt x="1234" y="2483"/>
                    <a:pt x="1283" y="2461"/>
                    <a:pt x="1322" y="2429"/>
                  </a:cubicBezTo>
                  <a:cubicBezTo>
                    <a:pt x="1405" y="2346"/>
                    <a:pt x="1465" y="2239"/>
                    <a:pt x="1500" y="2167"/>
                  </a:cubicBezTo>
                  <a:cubicBezTo>
                    <a:pt x="1786" y="2251"/>
                    <a:pt x="2358" y="2465"/>
                    <a:pt x="2631" y="2834"/>
                  </a:cubicBezTo>
                  <a:cubicBezTo>
                    <a:pt x="2560" y="3263"/>
                    <a:pt x="2191" y="3584"/>
                    <a:pt x="1738" y="3584"/>
                  </a:cubicBezTo>
                  <a:cubicBezTo>
                    <a:pt x="1274" y="3584"/>
                    <a:pt x="893" y="3239"/>
                    <a:pt x="845" y="2774"/>
                  </a:cubicBezTo>
                  <a:cubicBezTo>
                    <a:pt x="845" y="2751"/>
                    <a:pt x="834" y="2727"/>
                    <a:pt x="822" y="2703"/>
                  </a:cubicBezTo>
                  <a:cubicBezTo>
                    <a:pt x="714" y="2536"/>
                    <a:pt x="655" y="2334"/>
                    <a:pt x="655" y="2132"/>
                  </a:cubicBezTo>
                  <a:cubicBezTo>
                    <a:pt x="655" y="1536"/>
                    <a:pt x="1143" y="1048"/>
                    <a:pt x="1738" y="1048"/>
                  </a:cubicBezTo>
                  <a:close/>
                  <a:moveTo>
                    <a:pt x="2131" y="3846"/>
                  </a:moveTo>
                  <a:lnTo>
                    <a:pt x="2131" y="4025"/>
                  </a:lnTo>
                  <a:cubicBezTo>
                    <a:pt x="2131" y="4084"/>
                    <a:pt x="2143" y="4144"/>
                    <a:pt x="2167" y="4191"/>
                  </a:cubicBezTo>
                  <a:lnTo>
                    <a:pt x="1988" y="4334"/>
                  </a:lnTo>
                  <a:cubicBezTo>
                    <a:pt x="1917" y="4400"/>
                    <a:pt x="1825" y="4432"/>
                    <a:pt x="1734" y="4432"/>
                  </a:cubicBezTo>
                  <a:cubicBezTo>
                    <a:pt x="1643" y="4432"/>
                    <a:pt x="1554" y="4400"/>
                    <a:pt x="1488" y="4334"/>
                  </a:cubicBezTo>
                  <a:lnTo>
                    <a:pt x="1334" y="4191"/>
                  </a:lnTo>
                  <a:cubicBezTo>
                    <a:pt x="1369" y="4144"/>
                    <a:pt x="1381" y="4084"/>
                    <a:pt x="1381" y="4025"/>
                  </a:cubicBezTo>
                  <a:lnTo>
                    <a:pt x="1381" y="3846"/>
                  </a:lnTo>
                  <a:cubicBezTo>
                    <a:pt x="1500" y="3870"/>
                    <a:pt x="1619" y="3906"/>
                    <a:pt x="1750" y="3906"/>
                  </a:cubicBezTo>
                  <a:cubicBezTo>
                    <a:pt x="1893" y="3906"/>
                    <a:pt x="2012" y="3894"/>
                    <a:pt x="2131" y="3846"/>
                  </a:cubicBezTo>
                  <a:close/>
                  <a:moveTo>
                    <a:pt x="1750" y="0"/>
                  </a:moveTo>
                  <a:cubicBezTo>
                    <a:pt x="1274" y="0"/>
                    <a:pt x="881" y="358"/>
                    <a:pt x="881" y="798"/>
                  </a:cubicBezTo>
                  <a:cubicBezTo>
                    <a:pt x="881" y="869"/>
                    <a:pt x="893" y="929"/>
                    <a:pt x="905" y="1000"/>
                  </a:cubicBezTo>
                  <a:cubicBezTo>
                    <a:pt x="560" y="1250"/>
                    <a:pt x="345" y="1667"/>
                    <a:pt x="345" y="2132"/>
                  </a:cubicBezTo>
                  <a:cubicBezTo>
                    <a:pt x="345" y="2382"/>
                    <a:pt x="405" y="2632"/>
                    <a:pt x="536" y="2834"/>
                  </a:cubicBezTo>
                  <a:cubicBezTo>
                    <a:pt x="583" y="3191"/>
                    <a:pt x="774" y="3489"/>
                    <a:pt x="1060" y="3679"/>
                  </a:cubicBezTo>
                  <a:lnTo>
                    <a:pt x="1060" y="4025"/>
                  </a:lnTo>
                  <a:lnTo>
                    <a:pt x="1060" y="4037"/>
                  </a:lnTo>
                  <a:lnTo>
                    <a:pt x="381" y="4382"/>
                  </a:lnTo>
                  <a:cubicBezTo>
                    <a:pt x="143" y="4501"/>
                    <a:pt x="0" y="4739"/>
                    <a:pt x="0" y="5013"/>
                  </a:cubicBezTo>
                  <a:lnTo>
                    <a:pt x="0" y="5882"/>
                  </a:lnTo>
                  <a:cubicBezTo>
                    <a:pt x="0" y="5977"/>
                    <a:pt x="72" y="6049"/>
                    <a:pt x="167" y="6049"/>
                  </a:cubicBezTo>
                  <a:cubicBezTo>
                    <a:pt x="250" y="6049"/>
                    <a:pt x="322" y="5977"/>
                    <a:pt x="322" y="5882"/>
                  </a:cubicBezTo>
                  <a:lnTo>
                    <a:pt x="322" y="5013"/>
                  </a:lnTo>
                  <a:cubicBezTo>
                    <a:pt x="322" y="4870"/>
                    <a:pt x="393" y="4739"/>
                    <a:pt x="536" y="4679"/>
                  </a:cubicBezTo>
                  <a:lnTo>
                    <a:pt x="1084" y="4394"/>
                  </a:lnTo>
                  <a:lnTo>
                    <a:pt x="1274" y="4572"/>
                  </a:lnTo>
                  <a:cubicBezTo>
                    <a:pt x="1417" y="4715"/>
                    <a:pt x="1584" y="4775"/>
                    <a:pt x="1750" y="4775"/>
                  </a:cubicBezTo>
                  <a:cubicBezTo>
                    <a:pt x="1929" y="4775"/>
                    <a:pt x="2096" y="4715"/>
                    <a:pt x="2227" y="4572"/>
                  </a:cubicBezTo>
                  <a:lnTo>
                    <a:pt x="2429" y="4394"/>
                  </a:lnTo>
                  <a:lnTo>
                    <a:pt x="2977" y="4679"/>
                  </a:lnTo>
                  <a:cubicBezTo>
                    <a:pt x="3096" y="4739"/>
                    <a:pt x="3179" y="4870"/>
                    <a:pt x="3179" y="5013"/>
                  </a:cubicBezTo>
                  <a:lnTo>
                    <a:pt x="3179" y="5882"/>
                  </a:lnTo>
                  <a:cubicBezTo>
                    <a:pt x="3179" y="5977"/>
                    <a:pt x="3262" y="6049"/>
                    <a:pt x="3346" y="6049"/>
                  </a:cubicBezTo>
                  <a:cubicBezTo>
                    <a:pt x="3441" y="6049"/>
                    <a:pt x="3512" y="5977"/>
                    <a:pt x="3512" y="5882"/>
                  </a:cubicBezTo>
                  <a:lnTo>
                    <a:pt x="3512" y="5013"/>
                  </a:lnTo>
                  <a:cubicBezTo>
                    <a:pt x="3512" y="4739"/>
                    <a:pt x="3358" y="4501"/>
                    <a:pt x="3120" y="4382"/>
                  </a:cubicBezTo>
                  <a:lnTo>
                    <a:pt x="2453" y="4037"/>
                  </a:lnTo>
                  <a:lnTo>
                    <a:pt x="2453" y="4025"/>
                  </a:lnTo>
                  <a:lnTo>
                    <a:pt x="2453" y="3679"/>
                  </a:lnTo>
                  <a:cubicBezTo>
                    <a:pt x="2739" y="3489"/>
                    <a:pt x="2929" y="3191"/>
                    <a:pt x="2977" y="2834"/>
                  </a:cubicBezTo>
                  <a:cubicBezTo>
                    <a:pt x="3096" y="2632"/>
                    <a:pt x="3167" y="2370"/>
                    <a:pt x="3167" y="2132"/>
                  </a:cubicBezTo>
                  <a:cubicBezTo>
                    <a:pt x="3167" y="1667"/>
                    <a:pt x="2941" y="1262"/>
                    <a:pt x="2608" y="1000"/>
                  </a:cubicBezTo>
                  <a:cubicBezTo>
                    <a:pt x="2619" y="941"/>
                    <a:pt x="2631" y="869"/>
                    <a:pt x="2631" y="798"/>
                  </a:cubicBezTo>
                  <a:cubicBezTo>
                    <a:pt x="2631" y="369"/>
                    <a:pt x="2227" y="0"/>
                    <a:pt x="175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84" name="Google Shape;184;p20"/>
            <p:cNvSpPr/>
            <p:nvPr/>
          </p:nvSpPr>
          <p:spPr>
            <a:xfrm>
              <a:off x="7795043" y="2750789"/>
              <a:ext cx="11012" cy="26162"/>
            </a:xfrm>
            <a:custGeom>
              <a:rect b="b" l="l" r="r" t="t"/>
              <a:pathLst>
                <a:path extrusionOk="0" h="822" w="346">
                  <a:moveTo>
                    <a:pt x="167" y="0"/>
                  </a:moveTo>
                  <a:cubicBezTo>
                    <a:pt x="84" y="0"/>
                    <a:pt x="1" y="83"/>
                    <a:pt x="1" y="167"/>
                  </a:cubicBezTo>
                  <a:lnTo>
                    <a:pt x="1" y="655"/>
                  </a:lnTo>
                  <a:cubicBezTo>
                    <a:pt x="1" y="750"/>
                    <a:pt x="84" y="822"/>
                    <a:pt x="167" y="822"/>
                  </a:cubicBezTo>
                  <a:cubicBezTo>
                    <a:pt x="263" y="822"/>
                    <a:pt x="334" y="750"/>
                    <a:pt x="334" y="655"/>
                  </a:cubicBezTo>
                  <a:lnTo>
                    <a:pt x="334" y="167"/>
                  </a:lnTo>
                  <a:cubicBezTo>
                    <a:pt x="346" y="83"/>
                    <a:pt x="275" y="0"/>
                    <a:pt x="16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85" name="Google Shape;185;p20"/>
            <p:cNvSpPr/>
            <p:nvPr/>
          </p:nvSpPr>
          <p:spPr>
            <a:xfrm>
              <a:off x="7851887" y="2750789"/>
              <a:ext cx="10662" cy="26162"/>
            </a:xfrm>
            <a:custGeom>
              <a:rect b="b" l="l" r="r" t="t"/>
              <a:pathLst>
                <a:path extrusionOk="0" h="822" w="335">
                  <a:moveTo>
                    <a:pt x="167" y="0"/>
                  </a:moveTo>
                  <a:cubicBezTo>
                    <a:pt x="84" y="0"/>
                    <a:pt x="1" y="83"/>
                    <a:pt x="1" y="167"/>
                  </a:cubicBezTo>
                  <a:lnTo>
                    <a:pt x="1" y="655"/>
                  </a:lnTo>
                  <a:cubicBezTo>
                    <a:pt x="1" y="750"/>
                    <a:pt x="84" y="822"/>
                    <a:pt x="167" y="822"/>
                  </a:cubicBezTo>
                  <a:cubicBezTo>
                    <a:pt x="263" y="822"/>
                    <a:pt x="334" y="750"/>
                    <a:pt x="334" y="655"/>
                  </a:cubicBezTo>
                  <a:lnTo>
                    <a:pt x="334" y="167"/>
                  </a:lnTo>
                  <a:cubicBezTo>
                    <a:pt x="334" y="83"/>
                    <a:pt x="263" y="0"/>
                    <a:pt x="16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186" name="Google Shape;186;p20"/>
            <p:cNvSpPr/>
            <p:nvPr/>
          </p:nvSpPr>
          <p:spPr>
            <a:xfrm>
              <a:off x="7641189" y="2595789"/>
              <a:ext cx="136826" cy="113147"/>
            </a:xfrm>
            <a:custGeom>
              <a:rect b="b" l="l" r="r" t="t"/>
              <a:pathLst>
                <a:path extrusionOk="0" h="3555" w="4299">
                  <a:moveTo>
                    <a:pt x="2156" y="1"/>
                  </a:moveTo>
                  <a:cubicBezTo>
                    <a:pt x="2072" y="1"/>
                    <a:pt x="2001" y="84"/>
                    <a:pt x="2001" y="167"/>
                  </a:cubicBezTo>
                  <a:lnTo>
                    <a:pt x="2001" y="2048"/>
                  </a:lnTo>
                  <a:lnTo>
                    <a:pt x="108" y="3251"/>
                  </a:lnTo>
                  <a:cubicBezTo>
                    <a:pt x="37" y="3299"/>
                    <a:pt x="1" y="3406"/>
                    <a:pt x="60" y="3477"/>
                  </a:cubicBezTo>
                  <a:cubicBezTo>
                    <a:pt x="91" y="3523"/>
                    <a:pt x="147" y="3555"/>
                    <a:pt x="202" y="3555"/>
                  </a:cubicBezTo>
                  <a:cubicBezTo>
                    <a:pt x="232" y="3555"/>
                    <a:pt x="261" y="3546"/>
                    <a:pt x="287" y="3525"/>
                  </a:cubicBezTo>
                  <a:lnTo>
                    <a:pt x="2156" y="2334"/>
                  </a:lnTo>
                  <a:lnTo>
                    <a:pt x="4037" y="3525"/>
                  </a:lnTo>
                  <a:cubicBezTo>
                    <a:pt x="4061" y="3537"/>
                    <a:pt x="4097" y="3549"/>
                    <a:pt x="4120" y="3549"/>
                  </a:cubicBezTo>
                  <a:cubicBezTo>
                    <a:pt x="4180" y="3549"/>
                    <a:pt x="4228" y="3525"/>
                    <a:pt x="4263" y="3477"/>
                  </a:cubicBezTo>
                  <a:cubicBezTo>
                    <a:pt x="4299" y="3406"/>
                    <a:pt x="4287" y="3299"/>
                    <a:pt x="4216" y="3251"/>
                  </a:cubicBezTo>
                  <a:lnTo>
                    <a:pt x="2323" y="2048"/>
                  </a:lnTo>
                  <a:lnTo>
                    <a:pt x="2323" y="167"/>
                  </a:lnTo>
                  <a:cubicBezTo>
                    <a:pt x="2323" y="84"/>
                    <a:pt x="2251" y="1"/>
                    <a:pt x="215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grpSp>
      <p:grpSp>
        <p:nvGrpSpPr>
          <p:cNvPr id="187" name="Google Shape;187;p20"/>
          <p:cNvGrpSpPr/>
          <p:nvPr/>
        </p:nvGrpSpPr>
        <p:grpSpPr>
          <a:xfrm>
            <a:off x="7093360" y="498975"/>
            <a:ext cx="469934" cy="469991"/>
            <a:chOff x="6203579" y="3348981"/>
            <a:chExt cx="351615" cy="350373"/>
          </a:xfrm>
        </p:grpSpPr>
        <p:sp>
          <p:nvSpPr>
            <p:cNvPr id="188" name="Google Shape;188;p20"/>
            <p:cNvSpPr/>
            <p:nvPr/>
          </p:nvSpPr>
          <p:spPr>
            <a:xfrm>
              <a:off x="6377667" y="3404249"/>
              <a:ext cx="93686" cy="58072"/>
            </a:xfrm>
            <a:custGeom>
              <a:rect b="b" l="l" r="r" t="t"/>
              <a:pathLst>
                <a:path extrusionOk="0" h="1823" w="2941">
                  <a:moveTo>
                    <a:pt x="644" y="0"/>
                  </a:moveTo>
                  <a:cubicBezTo>
                    <a:pt x="467" y="0"/>
                    <a:pt x="288" y="39"/>
                    <a:pt x="119" y="120"/>
                  </a:cubicBezTo>
                  <a:cubicBezTo>
                    <a:pt x="36" y="155"/>
                    <a:pt x="0" y="251"/>
                    <a:pt x="36" y="322"/>
                  </a:cubicBezTo>
                  <a:cubicBezTo>
                    <a:pt x="70" y="374"/>
                    <a:pt x="129" y="413"/>
                    <a:pt x="186" y="413"/>
                  </a:cubicBezTo>
                  <a:cubicBezTo>
                    <a:pt x="208" y="413"/>
                    <a:pt x="230" y="407"/>
                    <a:pt x="250" y="394"/>
                  </a:cubicBezTo>
                  <a:cubicBezTo>
                    <a:pt x="370" y="337"/>
                    <a:pt x="498" y="310"/>
                    <a:pt x="625" y="310"/>
                  </a:cubicBezTo>
                  <a:cubicBezTo>
                    <a:pt x="950" y="310"/>
                    <a:pt x="1269" y="487"/>
                    <a:pt x="1441" y="786"/>
                  </a:cubicBezTo>
                  <a:cubicBezTo>
                    <a:pt x="1215" y="1036"/>
                    <a:pt x="1143" y="1406"/>
                    <a:pt x="1286" y="1739"/>
                  </a:cubicBezTo>
                  <a:cubicBezTo>
                    <a:pt x="1322" y="1798"/>
                    <a:pt x="1381" y="1822"/>
                    <a:pt x="1441" y="1822"/>
                  </a:cubicBezTo>
                  <a:cubicBezTo>
                    <a:pt x="1560" y="1822"/>
                    <a:pt x="1631" y="1703"/>
                    <a:pt x="1584" y="1608"/>
                  </a:cubicBezTo>
                  <a:cubicBezTo>
                    <a:pt x="1453" y="1322"/>
                    <a:pt x="1572" y="989"/>
                    <a:pt x="1858" y="858"/>
                  </a:cubicBezTo>
                  <a:cubicBezTo>
                    <a:pt x="1936" y="822"/>
                    <a:pt x="2017" y="805"/>
                    <a:pt x="2096" y="805"/>
                  </a:cubicBezTo>
                  <a:cubicBezTo>
                    <a:pt x="2305" y="805"/>
                    <a:pt x="2501" y="924"/>
                    <a:pt x="2596" y="1132"/>
                  </a:cubicBezTo>
                  <a:cubicBezTo>
                    <a:pt x="2631" y="1193"/>
                    <a:pt x="2699" y="1229"/>
                    <a:pt x="2760" y="1229"/>
                  </a:cubicBezTo>
                  <a:cubicBezTo>
                    <a:pt x="2782" y="1229"/>
                    <a:pt x="2803" y="1224"/>
                    <a:pt x="2822" y="1215"/>
                  </a:cubicBezTo>
                  <a:cubicBezTo>
                    <a:pt x="2893" y="1167"/>
                    <a:pt x="2941" y="1084"/>
                    <a:pt x="2893" y="1013"/>
                  </a:cubicBezTo>
                  <a:cubicBezTo>
                    <a:pt x="2757" y="696"/>
                    <a:pt x="2448" y="503"/>
                    <a:pt x="2108" y="503"/>
                  </a:cubicBezTo>
                  <a:cubicBezTo>
                    <a:pt x="1975" y="503"/>
                    <a:pt x="1837" y="532"/>
                    <a:pt x="1703" y="596"/>
                  </a:cubicBezTo>
                  <a:cubicBezTo>
                    <a:pt x="1476" y="218"/>
                    <a:pt x="1066" y="0"/>
                    <a:pt x="64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20"/>
            <p:cNvSpPr/>
            <p:nvPr/>
          </p:nvSpPr>
          <p:spPr>
            <a:xfrm>
              <a:off x="6260090" y="3449611"/>
              <a:ext cx="76643" cy="44947"/>
            </a:xfrm>
            <a:custGeom>
              <a:rect b="b" l="l" r="r" t="t"/>
              <a:pathLst>
                <a:path extrusionOk="0" h="1411" w="2406">
                  <a:moveTo>
                    <a:pt x="1868" y="0"/>
                  </a:moveTo>
                  <a:cubicBezTo>
                    <a:pt x="1523" y="0"/>
                    <a:pt x="1190" y="178"/>
                    <a:pt x="1012" y="541"/>
                  </a:cubicBezTo>
                  <a:cubicBezTo>
                    <a:pt x="891" y="501"/>
                    <a:pt x="765" y="480"/>
                    <a:pt x="638" y="480"/>
                  </a:cubicBezTo>
                  <a:cubicBezTo>
                    <a:pt x="466" y="480"/>
                    <a:pt x="291" y="518"/>
                    <a:pt x="119" y="601"/>
                  </a:cubicBezTo>
                  <a:cubicBezTo>
                    <a:pt x="36" y="636"/>
                    <a:pt x="0" y="732"/>
                    <a:pt x="36" y="803"/>
                  </a:cubicBezTo>
                  <a:cubicBezTo>
                    <a:pt x="70" y="855"/>
                    <a:pt x="129" y="894"/>
                    <a:pt x="186" y="894"/>
                  </a:cubicBezTo>
                  <a:cubicBezTo>
                    <a:pt x="209" y="894"/>
                    <a:pt x="230" y="888"/>
                    <a:pt x="250" y="875"/>
                  </a:cubicBezTo>
                  <a:cubicBezTo>
                    <a:pt x="375" y="820"/>
                    <a:pt x="506" y="794"/>
                    <a:pt x="636" y="794"/>
                  </a:cubicBezTo>
                  <a:cubicBezTo>
                    <a:pt x="990" y="794"/>
                    <a:pt x="1332" y="987"/>
                    <a:pt x="1489" y="1327"/>
                  </a:cubicBezTo>
                  <a:cubicBezTo>
                    <a:pt x="1512" y="1386"/>
                    <a:pt x="1572" y="1410"/>
                    <a:pt x="1631" y="1410"/>
                  </a:cubicBezTo>
                  <a:cubicBezTo>
                    <a:pt x="1750" y="1410"/>
                    <a:pt x="1822" y="1291"/>
                    <a:pt x="1786" y="1196"/>
                  </a:cubicBezTo>
                  <a:cubicBezTo>
                    <a:pt x="1679" y="970"/>
                    <a:pt x="1500" y="779"/>
                    <a:pt x="1310" y="660"/>
                  </a:cubicBezTo>
                  <a:cubicBezTo>
                    <a:pt x="1435" y="426"/>
                    <a:pt x="1654" y="315"/>
                    <a:pt x="1877" y="315"/>
                  </a:cubicBezTo>
                  <a:cubicBezTo>
                    <a:pt x="1971" y="315"/>
                    <a:pt x="2067" y="335"/>
                    <a:pt x="2155" y="374"/>
                  </a:cubicBezTo>
                  <a:cubicBezTo>
                    <a:pt x="2175" y="388"/>
                    <a:pt x="2198" y="394"/>
                    <a:pt x="2221" y="394"/>
                  </a:cubicBezTo>
                  <a:cubicBezTo>
                    <a:pt x="2280" y="394"/>
                    <a:pt x="2341" y="355"/>
                    <a:pt x="2358" y="303"/>
                  </a:cubicBezTo>
                  <a:cubicBezTo>
                    <a:pt x="2405" y="220"/>
                    <a:pt x="2358" y="124"/>
                    <a:pt x="2286" y="89"/>
                  </a:cubicBezTo>
                  <a:cubicBezTo>
                    <a:pt x="2151" y="30"/>
                    <a:pt x="2009" y="0"/>
                    <a:pt x="186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20"/>
            <p:cNvSpPr/>
            <p:nvPr/>
          </p:nvSpPr>
          <p:spPr>
            <a:xfrm>
              <a:off x="6415574" y="3498349"/>
              <a:ext cx="49343" cy="21598"/>
            </a:xfrm>
            <a:custGeom>
              <a:rect b="b" l="l" r="r" t="t"/>
              <a:pathLst>
                <a:path extrusionOk="0" h="678" w="1549">
                  <a:moveTo>
                    <a:pt x="642" y="1"/>
                  </a:moveTo>
                  <a:cubicBezTo>
                    <a:pt x="446" y="1"/>
                    <a:pt x="250" y="58"/>
                    <a:pt x="84" y="178"/>
                  </a:cubicBezTo>
                  <a:cubicBezTo>
                    <a:pt x="13" y="237"/>
                    <a:pt x="1" y="333"/>
                    <a:pt x="37" y="404"/>
                  </a:cubicBezTo>
                  <a:cubicBezTo>
                    <a:pt x="75" y="450"/>
                    <a:pt x="128" y="477"/>
                    <a:pt x="180" y="477"/>
                  </a:cubicBezTo>
                  <a:cubicBezTo>
                    <a:pt x="209" y="477"/>
                    <a:pt x="237" y="469"/>
                    <a:pt x="263" y="452"/>
                  </a:cubicBezTo>
                  <a:cubicBezTo>
                    <a:pt x="382" y="366"/>
                    <a:pt x="521" y="324"/>
                    <a:pt x="659" y="324"/>
                  </a:cubicBezTo>
                  <a:cubicBezTo>
                    <a:pt x="865" y="324"/>
                    <a:pt x="1068" y="417"/>
                    <a:pt x="1203" y="595"/>
                  </a:cubicBezTo>
                  <a:cubicBezTo>
                    <a:pt x="1227" y="642"/>
                    <a:pt x="1275" y="678"/>
                    <a:pt x="1334" y="678"/>
                  </a:cubicBezTo>
                  <a:cubicBezTo>
                    <a:pt x="1465" y="678"/>
                    <a:pt x="1549" y="523"/>
                    <a:pt x="1465" y="416"/>
                  </a:cubicBezTo>
                  <a:cubicBezTo>
                    <a:pt x="1268" y="146"/>
                    <a:pt x="954" y="1"/>
                    <a:pt x="64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20"/>
            <p:cNvSpPr/>
            <p:nvPr/>
          </p:nvSpPr>
          <p:spPr>
            <a:xfrm>
              <a:off x="6344283" y="3473247"/>
              <a:ext cx="41380" cy="32301"/>
            </a:xfrm>
            <a:custGeom>
              <a:rect b="b" l="l" r="r" t="t"/>
              <a:pathLst>
                <a:path extrusionOk="0" h="1014" w="1299">
                  <a:moveTo>
                    <a:pt x="1122" y="0"/>
                  </a:moveTo>
                  <a:cubicBezTo>
                    <a:pt x="1048" y="0"/>
                    <a:pt x="986" y="56"/>
                    <a:pt x="953" y="133"/>
                  </a:cubicBezTo>
                  <a:cubicBezTo>
                    <a:pt x="899" y="455"/>
                    <a:pt x="612" y="701"/>
                    <a:pt x="293" y="701"/>
                  </a:cubicBezTo>
                  <a:cubicBezTo>
                    <a:pt x="259" y="701"/>
                    <a:pt x="225" y="698"/>
                    <a:pt x="191" y="692"/>
                  </a:cubicBezTo>
                  <a:cubicBezTo>
                    <a:pt x="178" y="689"/>
                    <a:pt x="166" y="687"/>
                    <a:pt x="155" y="687"/>
                  </a:cubicBezTo>
                  <a:cubicBezTo>
                    <a:pt x="87" y="687"/>
                    <a:pt x="33" y="742"/>
                    <a:pt x="12" y="823"/>
                  </a:cubicBezTo>
                  <a:cubicBezTo>
                    <a:pt x="0" y="906"/>
                    <a:pt x="60" y="990"/>
                    <a:pt x="155" y="1002"/>
                  </a:cubicBezTo>
                  <a:cubicBezTo>
                    <a:pt x="215" y="1014"/>
                    <a:pt x="250" y="1014"/>
                    <a:pt x="310" y="1014"/>
                  </a:cubicBezTo>
                  <a:cubicBezTo>
                    <a:pt x="774" y="1014"/>
                    <a:pt x="1203" y="668"/>
                    <a:pt x="1286" y="180"/>
                  </a:cubicBezTo>
                  <a:cubicBezTo>
                    <a:pt x="1298" y="97"/>
                    <a:pt x="1239" y="13"/>
                    <a:pt x="1143" y="2"/>
                  </a:cubicBezTo>
                  <a:cubicBezTo>
                    <a:pt x="1136" y="1"/>
                    <a:pt x="1129" y="0"/>
                    <a:pt x="11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20"/>
            <p:cNvSpPr/>
            <p:nvPr/>
          </p:nvSpPr>
          <p:spPr>
            <a:xfrm>
              <a:off x="6203579" y="3348981"/>
              <a:ext cx="351615" cy="350373"/>
            </a:xfrm>
            <a:custGeom>
              <a:rect b="b" l="l" r="r" t="t"/>
              <a:pathLst>
                <a:path extrusionOk="0" h="10999" w="11038">
                  <a:moveTo>
                    <a:pt x="4995" y="1"/>
                  </a:moveTo>
                  <a:cubicBezTo>
                    <a:pt x="4687" y="1"/>
                    <a:pt x="4370" y="111"/>
                    <a:pt x="4132" y="331"/>
                  </a:cubicBezTo>
                  <a:cubicBezTo>
                    <a:pt x="3987" y="258"/>
                    <a:pt x="3828" y="224"/>
                    <a:pt x="3666" y="224"/>
                  </a:cubicBezTo>
                  <a:cubicBezTo>
                    <a:pt x="3298" y="224"/>
                    <a:pt x="2919" y="402"/>
                    <a:pt x="2679" y="700"/>
                  </a:cubicBezTo>
                  <a:cubicBezTo>
                    <a:pt x="2642" y="695"/>
                    <a:pt x="2604" y="692"/>
                    <a:pt x="2566" y="692"/>
                  </a:cubicBezTo>
                  <a:cubicBezTo>
                    <a:pt x="2064" y="692"/>
                    <a:pt x="1551" y="1122"/>
                    <a:pt x="1429" y="1676"/>
                  </a:cubicBezTo>
                  <a:cubicBezTo>
                    <a:pt x="881" y="1795"/>
                    <a:pt x="488" y="2462"/>
                    <a:pt x="643" y="3081"/>
                  </a:cubicBezTo>
                  <a:cubicBezTo>
                    <a:pt x="84" y="3379"/>
                    <a:pt x="0" y="4248"/>
                    <a:pt x="441" y="4784"/>
                  </a:cubicBezTo>
                  <a:cubicBezTo>
                    <a:pt x="336" y="5477"/>
                    <a:pt x="852" y="6142"/>
                    <a:pt x="1432" y="6142"/>
                  </a:cubicBezTo>
                  <a:cubicBezTo>
                    <a:pt x="1510" y="6142"/>
                    <a:pt x="1589" y="6130"/>
                    <a:pt x="1667" y="6105"/>
                  </a:cubicBezTo>
                  <a:cubicBezTo>
                    <a:pt x="1827" y="6308"/>
                    <a:pt x="2150" y="6444"/>
                    <a:pt x="2456" y="6444"/>
                  </a:cubicBezTo>
                  <a:cubicBezTo>
                    <a:pt x="2491" y="6444"/>
                    <a:pt x="2526" y="6442"/>
                    <a:pt x="2560" y="6439"/>
                  </a:cubicBezTo>
                  <a:cubicBezTo>
                    <a:pt x="3002" y="7378"/>
                    <a:pt x="3681" y="7769"/>
                    <a:pt x="4568" y="7769"/>
                  </a:cubicBezTo>
                  <a:cubicBezTo>
                    <a:pt x="4805" y="7769"/>
                    <a:pt x="5056" y="7741"/>
                    <a:pt x="5322" y="7689"/>
                  </a:cubicBezTo>
                  <a:cubicBezTo>
                    <a:pt x="5429" y="8070"/>
                    <a:pt x="5715" y="8534"/>
                    <a:pt x="6382" y="8915"/>
                  </a:cubicBezTo>
                  <a:cubicBezTo>
                    <a:pt x="7454" y="9534"/>
                    <a:pt x="7965" y="10022"/>
                    <a:pt x="8037" y="10487"/>
                  </a:cubicBezTo>
                  <a:cubicBezTo>
                    <a:pt x="8085" y="10796"/>
                    <a:pt x="8346" y="10999"/>
                    <a:pt x="8644" y="10999"/>
                  </a:cubicBezTo>
                  <a:cubicBezTo>
                    <a:pt x="9049" y="10999"/>
                    <a:pt x="9323" y="10630"/>
                    <a:pt x="9251" y="10260"/>
                  </a:cubicBezTo>
                  <a:lnTo>
                    <a:pt x="8835" y="8355"/>
                  </a:lnTo>
                  <a:cubicBezTo>
                    <a:pt x="9275" y="8260"/>
                    <a:pt x="9573" y="7927"/>
                    <a:pt x="9620" y="7593"/>
                  </a:cubicBezTo>
                  <a:cubicBezTo>
                    <a:pt x="9656" y="7308"/>
                    <a:pt x="9763" y="7177"/>
                    <a:pt x="9644" y="6867"/>
                  </a:cubicBezTo>
                  <a:cubicBezTo>
                    <a:pt x="10299" y="6808"/>
                    <a:pt x="10752" y="6081"/>
                    <a:pt x="10609" y="5427"/>
                  </a:cubicBezTo>
                  <a:cubicBezTo>
                    <a:pt x="11025" y="5034"/>
                    <a:pt x="11037" y="4212"/>
                    <a:pt x="10585" y="3831"/>
                  </a:cubicBezTo>
                  <a:cubicBezTo>
                    <a:pt x="10656" y="3307"/>
                    <a:pt x="10323" y="2760"/>
                    <a:pt x="9823" y="2545"/>
                  </a:cubicBezTo>
                  <a:cubicBezTo>
                    <a:pt x="9835" y="2355"/>
                    <a:pt x="9787" y="2164"/>
                    <a:pt x="9704" y="1974"/>
                  </a:cubicBezTo>
                  <a:cubicBezTo>
                    <a:pt x="9673" y="1919"/>
                    <a:pt x="9616" y="1890"/>
                    <a:pt x="9560" y="1890"/>
                  </a:cubicBezTo>
                  <a:cubicBezTo>
                    <a:pt x="9531" y="1890"/>
                    <a:pt x="9502" y="1898"/>
                    <a:pt x="9478" y="1914"/>
                  </a:cubicBezTo>
                  <a:cubicBezTo>
                    <a:pt x="9406" y="1950"/>
                    <a:pt x="9370" y="2057"/>
                    <a:pt x="9418" y="2129"/>
                  </a:cubicBezTo>
                  <a:cubicBezTo>
                    <a:pt x="9513" y="2295"/>
                    <a:pt x="9537" y="2474"/>
                    <a:pt x="9489" y="2605"/>
                  </a:cubicBezTo>
                  <a:cubicBezTo>
                    <a:pt x="9466" y="2700"/>
                    <a:pt x="9525" y="2783"/>
                    <a:pt x="9609" y="2819"/>
                  </a:cubicBezTo>
                  <a:cubicBezTo>
                    <a:pt x="10061" y="2926"/>
                    <a:pt x="10371" y="3438"/>
                    <a:pt x="10251" y="3855"/>
                  </a:cubicBezTo>
                  <a:cubicBezTo>
                    <a:pt x="10240" y="3938"/>
                    <a:pt x="10263" y="4010"/>
                    <a:pt x="10323" y="4034"/>
                  </a:cubicBezTo>
                  <a:cubicBezTo>
                    <a:pt x="10609" y="4212"/>
                    <a:pt x="10716" y="4724"/>
                    <a:pt x="10490" y="5105"/>
                  </a:cubicBezTo>
                  <a:cubicBezTo>
                    <a:pt x="10418" y="4950"/>
                    <a:pt x="10299" y="4748"/>
                    <a:pt x="10085" y="4557"/>
                  </a:cubicBezTo>
                  <a:cubicBezTo>
                    <a:pt x="10051" y="4529"/>
                    <a:pt x="10014" y="4514"/>
                    <a:pt x="9978" y="4514"/>
                  </a:cubicBezTo>
                  <a:cubicBezTo>
                    <a:pt x="9939" y="4514"/>
                    <a:pt x="9902" y="4532"/>
                    <a:pt x="9870" y="4569"/>
                  </a:cubicBezTo>
                  <a:cubicBezTo>
                    <a:pt x="9799" y="4653"/>
                    <a:pt x="9799" y="4736"/>
                    <a:pt x="9882" y="4796"/>
                  </a:cubicBezTo>
                  <a:cubicBezTo>
                    <a:pt x="10085" y="4974"/>
                    <a:pt x="10216" y="5200"/>
                    <a:pt x="10287" y="5462"/>
                  </a:cubicBezTo>
                  <a:lnTo>
                    <a:pt x="10287" y="5498"/>
                  </a:lnTo>
                  <a:cubicBezTo>
                    <a:pt x="10463" y="6016"/>
                    <a:pt x="10035" y="6624"/>
                    <a:pt x="9592" y="6624"/>
                  </a:cubicBezTo>
                  <a:cubicBezTo>
                    <a:pt x="9526" y="6624"/>
                    <a:pt x="9459" y="6611"/>
                    <a:pt x="9394" y="6581"/>
                  </a:cubicBezTo>
                  <a:lnTo>
                    <a:pt x="9359" y="6581"/>
                  </a:lnTo>
                  <a:cubicBezTo>
                    <a:pt x="9251" y="6510"/>
                    <a:pt x="9120" y="6462"/>
                    <a:pt x="8989" y="6462"/>
                  </a:cubicBezTo>
                  <a:lnTo>
                    <a:pt x="8180" y="6462"/>
                  </a:lnTo>
                  <a:cubicBezTo>
                    <a:pt x="8096" y="6462"/>
                    <a:pt x="8013" y="6534"/>
                    <a:pt x="8013" y="6629"/>
                  </a:cubicBezTo>
                  <a:cubicBezTo>
                    <a:pt x="8013" y="6712"/>
                    <a:pt x="8096" y="6796"/>
                    <a:pt x="8180" y="6796"/>
                  </a:cubicBezTo>
                  <a:lnTo>
                    <a:pt x="8989" y="6796"/>
                  </a:lnTo>
                  <a:cubicBezTo>
                    <a:pt x="9251" y="6796"/>
                    <a:pt x="9442" y="7046"/>
                    <a:pt x="9370" y="7296"/>
                  </a:cubicBezTo>
                  <a:cubicBezTo>
                    <a:pt x="9370" y="7308"/>
                    <a:pt x="9359" y="7367"/>
                    <a:pt x="9311" y="7605"/>
                  </a:cubicBezTo>
                  <a:cubicBezTo>
                    <a:pt x="9228" y="7927"/>
                    <a:pt x="8942" y="8141"/>
                    <a:pt x="8632" y="8141"/>
                  </a:cubicBezTo>
                  <a:lnTo>
                    <a:pt x="7596" y="8141"/>
                  </a:lnTo>
                  <a:cubicBezTo>
                    <a:pt x="7275" y="8141"/>
                    <a:pt x="6989" y="7927"/>
                    <a:pt x="6918" y="7605"/>
                  </a:cubicBezTo>
                  <a:cubicBezTo>
                    <a:pt x="6870" y="7355"/>
                    <a:pt x="6858" y="7296"/>
                    <a:pt x="6858" y="7296"/>
                  </a:cubicBezTo>
                  <a:cubicBezTo>
                    <a:pt x="6799" y="7046"/>
                    <a:pt x="6977" y="6796"/>
                    <a:pt x="7239" y="6796"/>
                  </a:cubicBezTo>
                  <a:lnTo>
                    <a:pt x="7501" y="6796"/>
                  </a:lnTo>
                  <a:cubicBezTo>
                    <a:pt x="7584" y="6796"/>
                    <a:pt x="7656" y="6712"/>
                    <a:pt x="7656" y="6629"/>
                  </a:cubicBezTo>
                  <a:cubicBezTo>
                    <a:pt x="7656" y="6534"/>
                    <a:pt x="7584" y="6462"/>
                    <a:pt x="7501" y="6462"/>
                  </a:cubicBezTo>
                  <a:lnTo>
                    <a:pt x="7239" y="6462"/>
                  </a:lnTo>
                  <a:cubicBezTo>
                    <a:pt x="6763" y="6462"/>
                    <a:pt x="6430" y="6915"/>
                    <a:pt x="6549" y="7355"/>
                  </a:cubicBezTo>
                  <a:cubicBezTo>
                    <a:pt x="6584" y="7593"/>
                    <a:pt x="6608" y="7665"/>
                    <a:pt x="6608" y="7665"/>
                  </a:cubicBezTo>
                  <a:cubicBezTo>
                    <a:pt x="6727" y="8129"/>
                    <a:pt x="7144" y="8439"/>
                    <a:pt x="7596" y="8439"/>
                  </a:cubicBezTo>
                  <a:lnTo>
                    <a:pt x="8525" y="8439"/>
                  </a:lnTo>
                  <a:lnTo>
                    <a:pt x="8942" y="10380"/>
                  </a:lnTo>
                  <a:cubicBezTo>
                    <a:pt x="8954" y="10463"/>
                    <a:pt x="8942" y="10558"/>
                    <a:pt x="8882" y="10630"/>
                  </a:cubicBezTo>
                  <a:cubicBezTo>
                    <a:pt x="8818" y="10703"/>
                    <a:pt x="8733" y="10737"/>
                    <a:pt x="8650" y="10737"/>
                  </a:cubicBezTo>
                  <a:cubicBezTo>
                    <a:pt x="8517" y="10737"/>
                    <a:pt x="8388" y="10648"/>
                    <a:pt x="8358" y="10487"/>
                  </a:cubicBezTo>
                  <a:cubicBezTo>
                    <a:pt x="8275" y="9903"/>
                    <a:pt x="7739" y="9368"/>
                    <a:pt x="6561" y="8677"/>
                  </a:cubicBezTo>
                  <a:cubicBezTo>
                    <a:pt x="5751" y="8225"/>
                    <a:pt x="5513" y="7570"/>
                    <a:pt x="5620" y="6998"/>
                  </a:cubicBezTo>
                  <a:lnTo>
                    <a:pt x="5620" y="6998"/>
                  </a:lnTo>
                  <a:cubicBezTo>
                    <a:pt x="5918" y="7129"/>
                    <a:pt x="5870" y="7272"/>
                    <a:pt x="6025" y="7272"/>
                  </a:cubicBezTo>
                  <a:cubicBezTo>
                    <a:pt x="6156" y="7272"/>
                    <a:pt x="6227" y="7117"/>
                    <a:pt x="6156" y="7010"/>
                  </a:cubicBezTo>
                  <a:cubicBezTo>
                    <a:pt x="6025" y="6820"/>
                    <a:pt x="5834" y="6712"/>
                    <a:pt x="5620" y="6653"/>
                  </a:cubicBezTo>
                  <a:lnTo>
                    <a:pt x="5584" y="6617"/>
                  </a:lnTo>
                  <a:cubicBezTo>
                    <a:pt x="5560" y="6605"/>
                    <a:pt x="5537" y="6599"/>
                    <a:pt x="5516" y="6599"/>
                  </a:cubicBezTo>
                  <a:cubicBezTo>
                    <a:pt x="5495" y="6599"/>
                    <a:pt x="5477" y="6605"/>
                    <a:pt x="5465" y="6617"/>
                  </a:cubicBezTo>
                  <a:cubicBezTo>
                    <a:pt x="5422" y="6610"/>
                    <a:pt x="5377" y="6607"/>
                    <a:pt x="5333" y="6607"/>
                  </a:cubicBezTo>
                  <a:cubicBezTo>
                    <a:pt x="5145" y="6607"/>
                    <a:pt x="4950" y="6666"/>
                    <a:pt x="4787" y="6772"/>
                  </a:cubicBezTo>
                  <a:cubicBezTo>
                    <a:pt x="4715" y="6831"/>
                    <a:pt x="4703" y="6927"/>
                    <a:pt x="4751" y="6998"/>
                  </a:cubicBezTo>
                  <a:cubicBezTo>
                    <a:pt x="4789" y="7044"/>
                    <a:pt x="4838" y="7071"/>
                    <a:pt x="4886" y="7071"/>
                  </a:cubicBezTo>
                  <a:cubicBezTo>
                    <a:pt x="4913" y="7071"/>
                    <a:pt x="4940" y="7063"/>
                    <a:pt x="4965" y="7046"/>
                  </a:cubicBezTo>
                  <a:cubicBezTo>
                    <a:pt x="5072" y="6974"/>
                    <a:pt x="5191" y="6939"/>
                    <a:pt x="5310" y="6939"/>
                  </a:cubicBezTo>
                  <a:cubicBezTo>
                    <a:pt x="5298" y="7058"/>
                    <a:pt x="5287" y="7224"/>
                    <a:pt x="5298" y="7403"/>
                  </a:cubicBezTo>
                  <a:cubicBezTo>
                    <a:pt x="5049" y="7450"/>
                    <a:pt x="4820" y="7475"/>
                    <a:pt x="4609" y="7475"/>
                  </a:cubicBezTo>
                  <a:cubicBezTo>
                    <a:pt x="3761" y="7475"/>
                    <a:pt x="3208" y="7082"/>
                    <a:pt x="2846" y="6224"/>
                  </a:cubicBezTo>
                  <a:cubicBezTo>
                    <a:pt x="2798" y="6058"/>
                    <a:pt x="2762" y="5796"/>
                    <a:pt x="2798" y="5688"/>
                  </a:cubicBezTo>
                  <a:cubicBezTo>
                    <a:pt x="2822" y="5605"/>
                    <a:pt x="2786" y="5510"/>
                    <a:pt x="2691" y="5486"/>
                  </a:cubicBezTo>
                  <a:cubicBezTo>
                    <a:pt x="2672" y="5478"/>
                    <a:pt x="2652" y="5474"/>
                    <a:pt x="2633" y="5474"/>
                  </a:cubicBezTo>
                  <a:cubicBezTo>
                    <a:pt x="2568" y="5474"/>
                    <a:pt x="2507" y="5517"/>
                    <a:pt x="2489" y="5581"/>
                  </a:cubicBezTo>
                  <a:cubicBezTo>
                    <a:pt x="2429" y="5748"/>
                    <a:pt x="2453" y="5974"/>
                    <a:pt x="2489" y="6141"/>
                  </a:cubicBezTo>
                  <a:cubicBezTo>
                    <a:pt x="2469" y="6142"/>
                    <a:pt x="2450" y="6143"/>
                    <a:pt x="2431" y="6143"/>
                  </a:cubicBezTo>
                  <a:cubicBezTo>
                    <a:pt x="2141" y="6143"/>
                    <a:pt x="1950" y="5980"/>
                    <a:pt x="1905" y="5879"/>
                  </a:cubicBezTo>
                  <a:cubicBezTo>
                    <a:pt x="1893" y="5843"/>
                    <a:pt x="1858" y="5808"/>
                    <a:pt x="1810" y="5796"/>
                  </a:cubicBezTo>
                  <a:cubicBezTo>
                    <a:pt x="1789" y="5787"/>
                    <a:pt x="1771" y="5783"/>
                    <a:pt x="1753" y="5783"/>
                  </a:cubicBezTo>
                  <a:cubicBezTo>
                    <a:pt x="1701" y="5783"/>
                    <a:pt x="1658" y="5816"/>
                    <a:pt x="1596" y="5843"/>
                  </a:cubicBezTo>
                  <a:cubicBezTo>
                    <a:pt x="1552" y="5855"/>
                    <a:pt x="1509" y="5861"/>
                    <a:pt x="1466" y="5861"/>
                  </a:cubicBezTo>
                  <a:cubicBezTo>
                    <a:pt x="1050" y="5861"/>
                    <a:pt x="679" y="5315"/>
                    <a:pt x="798" y="4807"/>
                  </a:cubicBezTo>
                  <a:cubicBezTo>
                    <a:pt x="846" y="4653"/>
                    <a:pt x="643" y="4653"/>
                    <a:pt x="536" y="4260"/>
                  </a:cubicBezTo>
                  <a:cubicBezTo>
                    <a:pt x="417" y="3855"/>
                    <a:pt x="584" y="3462"/>
                    <a:pt x="893" y="3367"/>
                  </a:cubicBezTo>
                  <a:cubicBezTo>
                    <a:pt x="977" y="3343"/>
                    <a:pt x="1036" y="3248"/>
                    <a:pt x="1000" y="3164"/>
                  </a:cubicBezTo>
                  <a:cubicBezTo>
                    <a:pt x="798" y="2664"/>
                    <a:pt x="1131" y="2045"/>
                    <a:pt x="1596" y="2009"/>
                  </a:cubicBezTo>
                  <a:cubicBezTo>
                    <a:pt x="1667" y="2009"/>
                    <a:pt x="1739" y="1950"/>
                    <a:pt x="1739" y="1867"/>
                  </a:cubicBezTo>
                  <a:cubicBezTo>
                    <a:pt x="1781" y="1436"/>
                    <a:pt x="2175" y="1060"/>
                    <a:pt x="2570" y="1060"/>
                  </a:cubicBezTo>
                  <a:cubicBezTo>
                    <a:pt x="2623" y="1060"/>
                    <a:pt x="2675" y="1067"/>
                    <a:pt x="2727" y="1081"/>
                  </a:cubicBezTo>
                  <a:cubicBezTo>
                    <a:pt x="2736" y="1082"/>
                    <a:pt x="2745" y="1083"/>
                    <a:pt x="2754" y="1083"/>
                  </a:cubicBezTo>
                  <a:cubicBezTo>
                    <a:pt x="2816" y="1083"/>
                    <a:pt x="2874" y="1049"/>
                    <a:pt x="2905" y="997"/>
                  </a:cubicBezTo>
                  <a:cubicBezTo>
                    <a:pt x="3065" y="744"/>
                    <a:pt x="3387" y="579"/>
                    <a:pt x="3692" y="579"/>
                  </a:cubicBezTo>
                  <a:cubicBezTo>
                    <a:pt x="3773" y="579"/>
                    <a:pt x="3854" y="591"/>
                    <a:pt x="3929" y="616"/>
                  </a:cubicBezTo>
                  <a:cubicBezTo>
                    <a:pt x="3870" y="700"/>
                    <a:pt x="3810" y="819"/>
                    <a:pt x="3810" y="962"/>
                  </a:cubicBezTo>
                  <a:cubicBezTo>
                    <a:pt x="3774" y="962"/>
                    <a:pt x="3739" y="974"/>
                    <a:pt x="3703" y="974"/>
                  </a:cubicBezTo>
                  <a:cubicBezTo>
                    <a:pt x="3465" y="1045"/>
                    <a:pt x="3298" y="1212"/>
                    <a:pt x="3298" y="1212"/>
                  </a:cubicBezTo>
                  <a:cubicBezTo>
                    <a:pt x="3239" y="1271"/>
                    <a:pt x="3239" y="1378"/>
                    <a:pt x="3298" y="1438"/>
                  </a:cubicBezTo>
                  <a:cubicBezTo>
                    <a:pt x="3328" y="1468"/>
                    <a:pt x="3370" y="1483"/>
                    <a:pt x="3411" y="1483"/>
                  </a:cubicBezTo>
                  <a:cubicBezTo>
                    <a:pt x="3453" y="1483"/>
                    <a:pt x="3495" y="1468"/>
                    <a:pt x="3524" y="1438"/>
                  </a:cubicBezTo>
                  <a:cubicBezTo>
                    <a:pt x="3532" y="1422"/>
                    <a:pt x="3715" y="1247"/>
                    <a:pt x="3964" y="1247"/>
                  </a:cubicBezTo>
                  <a:cubicBezTo>
                    <a:pt x="4094" y="1247"/>
                    <a:pt x="4243" y="1295"/>
                    <a:pt x="4394" y="1438"/>
                  </a:cubicBezTo>
                  <a:cubicBezTo>
                    <a:pt x="4417" y="1462"/>
                    <a:pt x="4465" y="1474"/>
                    <a:pt x="4513" y="1474"/>
                  </a:cubicBezTo>
                  <a:cubicBezTo>
                    <a:pt x="4656" y="1474"/>
                    <a:pt x="4715" y="1295"/>
                    <a:pt x="4632" y="1200"/>
                  </a:cubicBezTo>
                  <a:cubicBezTo>
                    <a:pt x="4465" y="1033"/>
                    <a:pt x="4286" y="962"/>
                    <a:pt x="4132" y="926"/>
                  </a:cubicBezTo>
                  <a:cubicBezTo>
                    <a:pt x="4155" y="819"/>
                    <a:pt x="4251" y="688"/>
                    <a:pt x="4298" y="664"/>
                  </a:cubicBezTo>
                  <a:lnTo>
                    <a:pt x="4298" y="640"/>
                  </a:lnTo>
                  <a:cubicBezTo>
                    <a:pt x="4502" y="424"/>
                    <a:pt x="4770" y="329"/>
                    <a:pt x="5016" y="329"/>
                  </a:cubicBezTo>
                  <a:cubicBezTo>
                    <a:pt x="5257" y="329"/>
                    <a:pt x="5478" y="421"/>
                    <a:pt x="5596" y="581"/>
                  </a:cubicBezTo>
                  <a:cubicBezTo>
                    <a:pt x="5620" y="628"/>
                    <a:pt x="5668" y="640"/>
                    <a:pt x="5715" y="664"/>
                  </a:cubicBezTo>
                  <a:cubicBezTo>
                    <a:pt x="5763" y="664"/>
                    <a:pt x="5799" y="640"/>
                    <a:pt x="5834" y="616"/>
                  </a:cubicBezTo>
                  <a:cubicBezTo>
                    <a:pt x="5984" y="476"/>
                    <a:pt x="6190" y="411"/>
                    <a:pt x="6397" y="411"/>
                  </a:cubicBezTo>
                  <a:cubicBezTo>
                    <a:pt x="6700" y="411"/>
                    <a:pt x="7005" y="552"/>
                    <a:pt x="7132" y="807"/>
                  </a:cubicBezTo>
                  <a:cubicBezTo>
                    <a:pt x="7153" y="869"/>
                    <a:pt x="7210" y="904"/>
                    <a:pt x="7287" y="904"/>
                  </a:cubicBezTo>
                  <a:cubicBezTo>
                    <a:pt x="7299" y="904"/>
                    <a:pt x="7310" y="904"/>
                    <a:pt x="7323" y="902"/>
                  </a:cubicBezTo>
                  <a:cubicBezTo>
                    <a:pt x="7391" y="883"/>
                    <a:pt x="7462" y="874"/>
                    <a:pt x="7533" y="874"/>
                  </a:cubicBezTo>
                  <a:cubicBezTo>
                    <a:pt x="7908" y="874"/>
                    <a:pt x="8292" y="1123"/>
                    <a:pt x="8382" y="1474"/>
                  </a:cubicBezTo>
                  <a:cubicBezTo>
                    <a:pt x="8392" y="1544"/>
                    <a:pt x="8445" y="1598"/>
                    <a:pt x="8519" y="1598"/>
                  </a:cubicBezTo>
                  <a:cubicBezTo>
                    <a:pt x="8533" y="1598"/>
                    <a:pt x="8546" y="1596"/>
                    <a:pt x="8561" y="1593"/>
                  </a:cubicBezTo>
                  <a:cubicBezTo>
                    <a:pt x="8578" y="1591"/>
                    <a:pt x="8595" y="1590"/>
                    <a:pt x="8612" y="1590"/>
                  </a:cubicBezTo>
                  <a:cubicBezTo>
                    <a:pt x="8726" y="1590"/>
                    <a:pt x="8843" y="1624"/>
                    <a:pt x="8978" y="1676"/>
                  </a:cubicBezTo>
                  <a:cubicBezTo>
                    <a:pt x="8994" y="1682"/>
                    <a:pt x="9013" y="1685"/>
                    <a:pt x="9033" y="1685"/>
                  </a:cubicBezTo>
                  <a:cubicBezTo>
                    <a:pt x="9095" y="1685"/>
                    <a:pt x="9162" y="1654"/>
                    <a:pt x="9180" y="1581"/>
                  </a:cubicBezTo>
                  <a:cubicBezTo>
                    <a:pt x="9216" y="1497"/>
                    <a:pt x="9180" y="1402"/>
                    <a:pt x="9097" y="1378"/>
                  </a:cubicBezTo>
                  <a:cubicBezTo>
                    <a:pt x="8942" y="1319"/>
                    <a:pt x="8799" y="1271"/>
                    <a:pt x="8644" y="1271"/>
                  </a:cubicBezTo>
                  <a:cubicBezTo>
                    <a:pt x="8472" y="841"/>
                    <a:pt x="7989" y="547"/>
                    <a:pt x="7502" y="547"/>
                  </a:cubicBezTo>
                  <a:cubicBezTo>
                    <a:pt x="7450" y="547"/>
                    <a:pt x="7398" y="550"/>
                    <a:pt x="7346" y="557"/>
                  </a:cubicBezTo>
                  <a:cubicBezTo>
                    <a:pt x="7145" y="251"/>
                    <a:pt x="6767" y="81"/>
                    <a:pt x="6386" y="81"/>
                  </a:cubicBezTo>
                  <a:cubicBezTo>
                    <a:pt x="6159" y="81"/>
                    <a:pt x="5931" y="142"/>
                    <a:pt x="5739" y="271"/>
                  </a:cubicBezTo>
                  <a:cubicBezTo>
                    <a:pt x="5542" y="91"/>
                    <a:pt x="5272" y="1"/>
                    <a:pt x="499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3" name="Google Shape;193;p20"/>
          <p:cNvGrpSpPr/>
          <p:nvPr/>
        </p:nvGrpSpPr>
        <p:grpSpPr>
          <a:xfrm>
            <a:off x="329684" y="3272747"/>
            <a:ext cx="1106626" cy="1470947"/>
            <a:chOff x="942000" y="2083097"/>
            <a:chExt cx="1997520" cy="2520903"/>
          </a:xfrm>
        </p:grpSpPr>
        <p:sp>
          <p:nvSpPr>
            <p:cNvPr id="194" name="Google Shape;194;p20"/>
            <p:cNvSpPr/>
            <p:nvPr/>
          </p:nvSpPr>
          <p:spPr>
            <a:xfrm rot="-5400000">
              <a:off x="1571370" y="2135597"/>
              <a:ext cx="786900" cy="681900"/>
            </a:xfrm>
            <a:prstGeom prst="hexagon">
              <a:avLst>
                <a:gd fmla="val 25000" name="adj"/>
                <a:gd fmla="val 115470" name="vf"/>
              </a:avLst>
            </a:prstGeom>
            <a:solidFill>
              <a:srgbClr val="FBB84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ssistant"/>
                <a:ea typeface="Assistant"/>
                <a:cs typeface="Assistant"/>
                <a:sym typeface="Assistant"/>
              </a:endParaRPr>
            </a:p>
          </p:txBody>
        </p:sp>
        <p:sp>
          <p:nvSpPr>
            <p:cNvPr id="195" name="Google Shape;195;p20"/>
            <p:cNvSpPr/>
            <p:nvPr/>
          </p:nvSpPr>
          <p:spPr>
            <a:xfrm rot="5400000">
              <a:off x="889500" y="3869600"/>
              <a:ext cx="786900" cy="681900"/>
            </a:xfrm>
            <a:prstGeom prst="hexagon">
              <a:avLst>
                <a:gd fmla="val 25000" name="adj"/>
                <a:gd fmla="val 115470" name="vf"/>
              </a:avLst>
            </a:prstGeom>
            <a:solidFill>
              <a:srgbClr val="5E659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ssistant"/>
                <a:ea typeface="Assistant"/>
                <a:cs typeface="Assistant"/>
                <a:sym typeface="Assistant"/>
              </a:endParaRPr>
            </a:p>
          </p:txBody>
        </p:sp>
        <p:sp>
          <p:nvSpPr>
            <p:cNvPr id="196" name="Google Shape;196;p20"/>
            <p:cNvSpPr/>
            <p:nvPr/>
          </p:nvSpPr>
          <p:spPr>
            <a:xfrm rot="5400000">
              <a:off x="2205120" y="3869600"/>
              <a:ext cx="786900" cy="681900"/>
            </a:xfrm>
            <a:prstGeom prst="hexagon">
              <a:avLst>
                <a:gd fmla="val 25000" name="adj"/>
                <a:gd fmla="val 115470" name="vf"/>
              </a:avLst>
            </a:prstGeom>
            <a:solidFill>
              <a:srgbClr val="5E659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ssistant"/>
                <a:ea typeface="Assistant"/>
                <a:cs typeface="Assistant"/>
                <a:sym typeface="Assistant"/>
              </a:endParaRPr>
            </a:p>
          </p:txBody>
        </p:sp>
        <p:cxnSp>
          <p:nvCxnSpPr>
            <p:cNvPr id="197" name="Google Shape;197;p20"/>
            <p:cNvCxnSpPr>
              <a:stCxn id="194" idx="3"/>
              <a:endCxn id="195" idx="3"/>
            </p:cNvCxnSpPr>
            <p:nvPr/>
          </p:nvCxnSpPr>
          <p:spPr>
            <a:xfrm rot="5400000">
              <a:off x="1150320" y="3002597"/>
              <a:ext cx="947100" cy="681900"/>
            </a:xfrm>
            <a:prstGeom prst="bentConnector3">
              <a:avLst>
                <a:gd fmla="val 50000" name="adj1"/>
              </a:avLst>
            </a:prstGeom>
            <a:noFill/>
            <a:ln cap="flat" cmpd="sng" w="19050">
              <a:solidFill>
                <a:srgbClr val="FFFFFF"/>
              </a:solidFill>
              <a:prstDash val="solid"/>
              <a:round/>
              <a:headEnd len="med" w="med" type="none"/>
              <a:tailEnd len="med" w="med" type="none"/>
            </a:ln>
          </p:spPr>
        </p:cxnSp>
        <p:cxnSp>
          <p:nvCxnSpPr>
            <p:cNvPr id="198" name="Google Shape;198;p20"/>
            <p:cNvCxnSpPr>
              <a:stCxn id="194" idx="3"/>
              <a:endCxn id="196" idx="3"/>
            </p:cNvCxnSpPr>
            <p:nvPr/>
          </p:nvCxnSpPr>
          <p:spPr>
            <a:xfrm flipH="1" rot="-5400000">
              <a:off x="1808070" y="3026747"/>
              <a:ext cx="947100" cy="633600"/>
            </a:xfrm>
            <a:prstGeom prst="bentConnector3">
              <a:avLst>
                <a:gd fmla="val 50000" name="adj1"/>
              </a:avLst>
            </a:prstGeom>
            <a:noFill/>
            <a:ln cap="flat" cmpd="sng" w="19050">
              <a:solidFill>
                <a:srgbClr val="FFFFFF"/>
              </a:solidFill>
              <a:prstDash val="solid"/>
              <a:round/>
              <a:headEnd len="med" w="med" type="none"/>
              <a:tailEnd len="med" w="med" type="none"/>
            </a:ln>
          </p:spPr>
        </p:cxnSp>
        <p:sp>
          <p:nvSpPr>
            <p:cNvPr id="199" name="Google Shape;199;p20"/>
            <p:cNvSpPr/>
            <p:nvPr/>
          </p:nvSpPr>
          <p:spPr>
            <a:xfrm rot="5400000">
              <a:off x="889500" y="3869600"/>
              <a:ext cx="786900" cy="681900"/>
            </a:xfrm>
            <a:prstGeom prst="hexagon">
              <a:avLst>
                <a:gd fmla="val 25000" name="adj"/>
                <a:gd fmla="val 115470" name="vf"/>
              </a:avLst>
            </a:prstGeom>
            <a:solidFill>
              <a:srgbClr val="FBB84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ssistant"/>
                <a:ea typeface="Assistant"/>
                <a:cs typeface="Assistant"/>
                <a:sym typeface="Assistant"/>
              </a:endParaRPr>
            </a:p>
          </p:txBody>
        </p:sp>
        <p:sp>
          <p:nvSpPr>
            <p:cNvPr id="200" name="Google Shape;200;p20"/>
            <p:cNvSpPr/>
            <p:nvPr/>
          </p:nvSpPr>
          <p:spPr>
            <a:xfrm rot="5400000">
              <a:off x="2205120" y="3869600"/>
              <a:ext cx="786900" cy="681900"/>
            </a:xfrm>
            <a:prstGeom prst="hexagon">
              <a:avLst>
                <a:gd fmla="val 25000" name="adj"/>
                <a:gd fmla="val 115470" name="vf"/>
              </a:avLst>
            </a:prstGeom>
            <a:solidFill>
              <a:srgbClr val="FBB84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ssistant"/>
                <a:ea typeface="Assistant"/>
                <a:cs typeface="Assistant"/>
                <a:sym typeface="Assistant"/>
              </a:endParaRPr>
            </a:p>
          </p:txBody>
        </p:sp>
      </p:grpSp>
      <p:sp>
        <p:nvSpPr>
          <p:cNvPr id="201" name="Google Shape;201;p20"/>
          <p:cNvSpPr txBox="1"/>
          <p:nvPr/>
        </p:nvSpPr>
        <p:spPr>
          <a:xfrm>
            <a:off x="91325" y="2175450"/>
            <a:ext cx="4176000" cy="640200"/>
          </a:xfrm>
          <a:prstGeom prst="rect">
            <a:avLst/>
          </a:prstGeom>
          <a:noFill/>
          <a:ln>
            <a:noFill/>
          </a:ln>
        </p:spPr>
        <p:txBody>
          <a:bodyPr anchorCtr="0" anchor="b" bIns="91425" lIns="91425" spcFirstLastPara="1" rIns="91425" wrap="square" tIns="91425">
            <a:noAutofit/>
          </a:bodyPr>
          <a:lstStyle/>
          <a:p>
            <a:pPr indent="-336550" lvl="0" marL="457200" rtl="0" algn="l">
              <a:lnSpc>
                <a:spcPct val="115000"/>
              </a:lnSpc>
              <a:spcBef>
                <a:spcPts val="0"/>
              </a:spcBef>
              <a:spcAft>
                <a:spcPts val="0"/>
              </a:spcAft>
              <a:buClr>
                <a:srgbClr val="00BACC"/>
              </a:buClr>
              <a:buSzPts val="1700"/>
              <a:buFont typeface="Epilogue"/>
              <a:buChar char="●"/>
            </a:pPr>
            <a:r>
              <a:rPr lang="en" sz="1700">
                <a:solidFill>
                  <a:srgbClr val="00BACC"/>
                </a:solidFill>
                <a:latin typeface="Epilogue"/>
                <a:ea typeface="Epilogue"/>
                <a:cs typeface="Epilogue"/>
                <a:sym typeface="Epilogue"/>
              </a:rPr>
              <a:t>Maximum number </a:t>
            </a:r>
            <a:endParaRPr sz="1700">
              <a:solidFill>
                <a:srgbClr val="00BACC"/>
              </a:solidFill>
              <a:latin typeface="Epilogue"/>
              <a:ea typeface="Epilogue"/>
              <a:cs typeface="Epilogue"/>
              <a:sym typeface="Epilogue"/>
            </a:endParaRPr>
          </a:p>
          <a:p>
            <a:pPr indent="0" lvl="0" marL="457200" rtl="0" algn="l">
              <a:lnSpc>
                <a:spcPct val="115000"/>
              </a:lnSpc>
              <a:spcBef>
                <a:spcPts val="0"/>
              </a:spcBef>
              <a:spcAft>
                <a:spcPts val="0"/>
              </a:spcAft>
              <a:buNone/>
            </a:pPr>
            <a:r>
              <a:rPr lang="en" sz="1700">
                <a:solidFill>
                  <a:srgbClr val="00BACC"/>
                </a:solidFill>
                <a:latin typeface="Epilogue"/>
                <a:ea typeface="Epilogue"/>
                <a:cs typeface="Epilogue"/>
                <a:sym typeface="Epilogue"/>
              </a:rPr>
              <a:t>of estimators</a:t>
            </a:r>
            <a:endParaRPr sz="1700">
              <a:solidFill>
                <a:srgbClr val="00BACC"/>
              </a:solidFill>
              <a:latin typeface="Epilogue"/>
              <a:ea typeface="Epilogue"/>
              <a:cs typeface="Epilogue"/>
              <a:sym typeface="Epilogue"/>
            </a:endParaRPr>
          </a:p>
          <a:p>
            <a:pPr indent="-336550" lvl="0" marL="457200" rtl="0" algn="l">
              <a:lnSpc>
                <a:spcPct val="115000"/>
              </a:lnSpc>
              <a:spcBef>
                <a:spcPts val="0"/>
              </a:spcBef>
              <a:spcAft>
                <a:spcPts val="0"/>
              </a:spcAft>
              <a:buClr>
                <a:srgbClr val="00BACC"/>
              </a:buClr>
              <a:buSzPts val="1700"/>
              <a:buFont typeface="Epilogue"/>
              <a:buChar char="●"/>
            </a:pPr>
            <a:r>
              <a:rPr lang="en" sz="1700">
                <a:solidFill>
                  <a:srgbClr val="00BACC"/>
                </a:solidFill>
                <a:latin typeface="Epilogue"/>
                <a:ea typeface="Epilogue"/>
                <a:cs typeface="Epilogue"/>
                <a:sym typeface="Epilogue"/>
              </a:rPr>
              <a:t>Maximum depth</a:t>
            </a:r>
            <a:endParaRPr sz="1700">
              <a:solidFill>
                <a:srgbClr val="00BACC"/>
              </a:solidFill>
              <a:latin typeface="Epilogue"/>
              <a:ea typeface="Epilogue"/>
              <a:cs typeface="Epilogue"/>
              <a:sym typeface="Epilogue"/>
            </a:endParaRPr>
          </a:p>
        </p:txBody>
      </p:sp>
      <p:sp>
        <p:nvSpPr>
          <p:cNvPr id="202" name="Google Shape;202;p20"/>
          <p:cNvSpPr txBox="1"/>
          <p:nvPr/>
        </p:nvSpPr>
        <p:spPr>
          <a:xfrm>
            <a:off x="2968850" y="2300725"/>
            <a:ext cx="4176000" cy="640200"/>
          </a:xfrm>
          <a:prstGeom prst="rect">
            <a:avLst/>
          </a:prstGeom>
          <a:noFill/>
          <a:ln>
            <a:noFill/>
          </a:ln>
        </p:spPr>
        <p:txBody>
          <a:bodyPr anchorCtr="0" anchor="b" bIns="91425" lIns="91425" spcFirstLastPara="1" rIns="91425" wrap="square" tIns="91425">
            <a:noAutofit/>
          </a:bodyPr>
          <a:lstStyle/>
          <a:p>
            <a:pPr indent="-336550" lvl="0" marL="457200" rtl="0" algn="l">
              <a:lnSpc>
                <a:spcPct val="115000"/>
              </a:lnSpc>
              <a:spcBef>
                <a:spcPts val="0"/>
              </a:spcBef>
              <a:spcAft>
                <a:spcPts val="0"/>
              </a:spcAft>
              <a:buClr>
                <a:srgbClr val="00BACC"/>
              </a:buClr>
              <a:buSzPts val="1700"/>
              <a:buFont typeface="Epilogue"/>
              <a:buChar char="●"/>
            </a:pPr>
            <a:r>
              <a:rPr lang="en" sz="1700">
                <a:solidFill>
                  <a:srgbClr val="00BACC"/>
                </a:solidFill>
                <a:latin typeface="Epilogue"/>
                <a:ea typeface="Epilogue"/>
                <a:cs typeface="Epilogue"/>
                <a:sym typeface="Epilogue"/>
              </a:rPr>
              <a:t>Number of </a:t>
            </a:r>
            <a:endParaRPr sz="1700">
              <a:solidFill>
                <a:srgbClr val="00BACC"/>
              </a:solidFill>
              <a:latin typeface="Epilogue"/>
              <a:ea typeface="Epilogue"/>
              <a:cs typeface="Epilogue"/>
              <a:sym typeface="Epilogue"/>
            </a:endParaRPr>
          </a:p>
          <a:p>
            <a:pPr indent="0" lvl="0" marL="457200" rtl="0" algn="l">
              <a:lnSpc>
                <a:spcPct val="115000"/>
              </a:lnSpc>
              <a:spcBef>
                <a:spcPts val="0"/>
              </a:spcBef>
              <a:spcAft>
                <a:spcPts val="0"/>
              </a:spcAft>
              <a:buNone/>
            </a:pPr>
            <a:r>
              <a:rPr lang="en" sz="1700">
                <a:solidFill>
                  <a:srgbClr val="00BACC"/>
                </a:solidFill>
                <a:latin typeface="Epilogue"/>
                <a:ea typeface="Epilogue"/>
                <a:cs typeface="Epilogue"/>
                <a:sym typeface="Epilogue"/>
              </a:rPr>
              <a:t>k neighbours</a:t>
            </a:r>
            <a:endParaRPr sz="1700">
              <a:solidFill>
                <a:srgbClr val="00BACC"/>
              </a:solidFill>
              <a:latin typeface="Epilogue"/>
              <a:ea typeface="Epilogue"/>
              <a:cs typeface="Epilogue"/>
              <a:sym typeface="Epilogue"/>
            </a:endParaRPr>
          </a:p>
        </p:txBody>
      </p:sp>
      <p:sp>
        <p:nvSpPr>
          <p:cNvPr id="203" name="Google Shape;203;p20"/>
          <p:cNvSpPr txBox="1"/>
          <p:nvPr/>
        </p:nvSpPr>
        <p:spPr>
          <a:xfrm>
            <a:off x="5920650" y="2861250"/>
            <a:ext cx="4176000" cy="640200"/>
          </a:xfrm>
          <a:prstGeom prst="rect">
            <a:avLst/>
          </a:prstGeom>
          <a:noFill/>
          <a:ln>
            <a:noFill/>
          </a:ln>
        </p:spPr>
        <p:txBody>
          <a:bodyPr anchorCtr="0" anchor="b" bIns="91425" lIns="91425" spcFirstLastPara="1" rIns="91425" wrap="square" tIns="91425">
            <a:noAutofit/>
          </a:bodyPr>
          <a:lstStyle/>
          <a:p>
            <a:pPr indent="-336550" lvl="0" marL="457200" rtl="0" algn="l">
              <a:lnSpc>
                <a:spcPct val="115000"/>
              </a:lnSpc>
              <a:spcBef>
                <a:spcPts val="0"/>
              </a:spcBef>
              <a:spcAft>
                <a:spcPts val="0"/>
              </a:spcAft>
              <a:buClr>
                <a:srgbClr val="00BACC"/>
              </a:buClr>
              <a:buSzPts val="1700"/>
              <a:buFont typeface="Epilogue"/>
              <a:buChar char="●"/>
            </a:pPr>
            <a:r>
              <a:rPr lang="en" sz="1700">
                <a:solidFill>
                  <a:srgbClr val="00BACC"/>
                </a:solidFill>
                <a:latin typeface="Epilogue"/>
                <a:ea typeface="Epilogue"/>
                <a:cs typeface="Epilogue"/>
                <a:sym typeface="Epilogue"/>
              </a:rPr>
              <a:t>Model Architecture</a:t>
            </a:r>
            <a:endParaRPr sz="1700">
              <a:solidFill>
                <a:srgbClr val="00BACC"/>
              </a:solidFill>
              <a:latin typeface="Epilogue"/>
              <a:ea typeface="Epilogue"/>
              <a:cs typeface="Epilogue"/>
              <a:sym typeface="Epilogue"/>
            </a:endParaRPr>
          </a:p>
          <a:p>
            <a:pPr indent="-336550" lvl="0" marL="457200" rtl="0" algn="l">
              <a:lnSpc>
                <a:spcPct val="115000"/>
              </a:lnSpc>
              <a:spcBef>
                <a:spcPts val="0"/>
              </a:spcBef>
              <a:spcAft>
                <a:spcPts val="0"/>
              </a:spcAft>
              <a:buClr>
                <a:srgbClr val="00BACC"/>
              </a:buClr>
              <a:buSzPts val="1700"/>
              <a:buFont typeface="Epilogue"/>
              <a:buChar char="●"/>
            </a:pPr>
            <a:r>
              <a:rPr lang="en" sz="1700">
                <a:solidFill>
                  <a:srgbClr val="00BACC"/>
                </a:solidFill>
                <a:latin typeface="Epilogue"/>
                <a:ea typeface="Epilogue"/>
                <a:cs typeface="Epilogue"/>
                <a:sym typeface="Epilogue"/>
              </a:rPr>
              <a:t>Loss Function/Optimizer</a:t>
            </a:r>
            <a:endParaRPr sz="1700">
              <a:solidFill>
                <a:srgbClr val="00BACC"/>
              </a:solidFill>
              <a:latin typeface="Epilogue"/>
              <a:ea typeface="Epilogue"/>
              <a:cs typeface="Epilogue"/>
              <a:sym typeface="Epilogue"/>
            </a:endParaRPr>
          </a:p>
          <a:p>
            <a:pPr indent="-336550" lvl="0" marL="457200" rtl="0" algn="l">
              <a:lnSpc>
                <a:spcPct val="115000"/>
              </a:lnSpc>
              <a:spcBef>
                <a:spcPts val="0"/>
              </a:spcBef>
              <a:spcAft>
                <a:spcPts val="0"/>
              </a:spcAft>
              <a:buClr>
                <a:srgbClr val="00BACC"/>
              </a:buClr>
              <a:buSzPts val="1700"/>
              <a:buFont typeface="Epilogue"/>
              <a:buChar char="●"/>
            </a:pPr>
            <a:r>
              <a:rPr lang="en" sz="1700">
                <a:solidFill>
                  <a:srgbClr val="00BACC"/>
                </a:solidFill>
                <a:latin typeface="Epilogue"/>
                <a:ea typeface="Epilogue"/>
                <a:cs typeface="Epilogue"/>
                <a:sym typeface="Epilogue"/>
              </a:rPr>
              <a:t>Learning</a:t>
            </a:r>
            <a:r>
              <a:rPr lang="en" sz="1700">
                <a:solidFill>
                  <a:srgbClr val="00BACC"/>
                </a:solidFill>
                <a:latin typeface="Epilogue"/>
                <a:ea typeface="Epilogue"/>
                <a:cs typeface="Epilogue"/>
                <a:sym typeface="Epilogue"/>
              </a:rPr>
              <a:t> rate</a:t>
            </a:r>
            <a:endParaRPr sz="1700">
              <a:solidFill>
                <a:srgbClr val="00BACC"/>
              </a:solidFill>
              <a:latin typeface="Epilogue"/>
              <a:ea typeface="Epilogue"/>
              <a:cs typeface="Epilogue"/>
              <a:sym typeface="Epilogue"/>
            </a:endParaRPr>
          </a:p>
          <a:p>
            <a:pPr indent="-336550" lvl="0" marL="457200" rtl="0" algn="l">
              <a:lnSpc>
                <a:spcPct val="115000"/>
              </a:lnSpc>
              <a:spcBef>
                <a:spcPts val="0"/>
              </a:spcBef>
              <a:spcAft>
                <a:spcPts val="0"/>
              </a:spcAft>
              <a:buClr>
                <a:srgbClr val="00BACC"/>
              </a:buClr>
              <a:buSzPts val="1700"/>
              <a:buFont typeface="Epilogue"/>
              <a:buChar char="●"/>
            </a:pPr>
            <a:r>
              <a:rPr lang="en" sz="1700">
                <a:solidFill>
                  <a:srgbClr val="00BACC"/>
                </a:solidFill>
                <a:latin typeface="Epilogue"/>
                <a:ea typeface="Epilogue"/>
                <a:cs typeface="Epilogue"/>
                <a:sym typeface="Epilogue"/>
              </a:rPr>
              <a:t>Epochs</a:t>
            </a:r>
            <a:endParaRPr sz="1700">
              <a:solidFill>
                <a:srgbClr val="00BACC"/>
              </a:solidFill>
              <a:latin typeface="Epilogue"/>
              <a:ea typeface="Epilogue"/>
              <a:cs typeface="Epilogue"/>
              <a:sym typeface="Epilogue"/>
            </a:endParaRPr>
          </a:p>
          <a:p>
            <a:pPr indent="-336550" lvl="0" marL="457200" rtl="0" algn="l">
              <a:lnSpc>
                <a:spcPct val="115000"/>
              </a:lnSpc>
              <a:spcBef>
                <a:spcPts val="0"/>
              </a:spcBef>
              <a:spcAft>
                <a:spcPts val="0"/>
              </a:spcAft>
              <a:buClr>
                <a:srgbClr val="00BACC"/>
              </a:buClr>
              <a:buSzPts val="1700"/>
              <a:buFont typeface="Epilogue"/>
              <a:buChar char="●"/>
            </a:pPr>
            <a:r>
              <a:rPr lang="en" sz="1700">
                <a:solidFill>
                  <a:srgbClr val="00BACC"/>
                </a:solidFill>
                <a:latin typeface="Epilogue"/>
                <a:ea typeface="Epilogue"/>
                <a:cs typeface="Epilogue"/>
                <a:sym typeface="Epilogue"/>
              </a:rPr>
              <a:t>Batch Size</a:t>
            </a:r>
            <a:endParaRPr sz="1700">
              <a:solidFill>
                <a:srgbClr val="00BACC"/>
              </a:solidFill>
              <a:latin typeface="Epilogue"/>
              <a:ea typeface="Epilogue"/>
              <a:cs typeface="Epilogue"/>
              <a:sym typeface="Epilogue"/>
            </a:endParaRPr>
          </a:p>
        </p:txBody>
      </p:sp>
      <p:pic>
        <p:nvPicPr>
          <p:cNvPr id="204" name="Google Shape;204;p20"/>
          <p:cNvPicPr preferRelativeResize="0"/>
          <p:nvPr/>
        </p:nvPicPr>
        <p:blipFill>
          <a:blip r:embed="rId3">
            <a:alphaModFix/>
          </a:blip>
          <a:stretch>
            <a:fillRect/>
          </a:stretch>
        </p:blipFill>
        <p:spPr>
          <a:xfrm>
            <a:off x="4894291" y="3562675"/>
            <a:ext cx="1962985" cy="1470851"/>
          </a:xfrm>
          <a:prstGeom prst="rect">
            <a:avLst/>
          </a:prstGeom>
          <a:noFill/>
          <a:ln>
            <a:noFill/>
          </a:ln>
        </p:spPr>
      </p:pic>
      <p:pic>
        <p:nvPicPr>
          <p:cNvPr id="205" name="Google Shape;205;p20"/>
          <p:cNvPicPr preferRelativeResize="0"/>
          <p:nvPr/>
        </p:nvPicPr>
        <p:blipFill rotWithShape="1">
          <a:blip r:embed="rId4">
            <a:alphaModFix/>
          </a:blip>
          <a:srcRect b="13096" l="0" r="21173" t="0"/>
          <a:stretch/>
        </p:blipFill>
        <p:spPr>
          <a:xfrm>
            <a:off x="7014159" y="3562675"/>
            <a:ext cx="2053641" cy="1470850"/>
          </a:xfrm>
          <a:prstGeom prst="rect">
            <a:avLst/>
          </a:prstGeom>
          <a:noFill/>
          <a:ln>
            <a:noFill/>
          </a:ln>
        </p:spPr>
      </p:pic>
      <p:grpSp>
        <p:nvGrpSpPr>
          <p:cNvPr id="206" name="Google Shape;206;p20"/>
          <p:cNvGrpSpPr/>
          <p:nvPr/>
        </p:nvGrpSpPr>
        <p:grpSpPr>
          <a:xfrm>
            <a:off x="1757159" y="3272747"/>
            <a:ext cx="1106626" cy="1470947"/>
            <a:chOff x="942000" y="2083097"/>
            <a:chExt cx="1997520" cy="2520903"/>
          </a:xfrm>
        </p:grpSpPr>
        <p:sp>
          <p:nvSpPr>
            <p:cNvPr id="207" name="Google Shape;207;p20"/>
            <p:cNvSpPr/>
            <p:nvPr/>
          </p:nvSpPr>
          <p:spPr>
            <a:xfrm rot="-5400000">
              <a:off x="1571370" y="2135597"/>
              <a:ext cx="786900" cy="681900"/>
            </a:xfrm>
            <a:prstGeom prst="hexagon">
              <a:avLst>
                <a:gd fmla="val 25000" name="adj"/>
                <a:gd fmla="val 115470" name="vf"/>
              </a:avLst>
            </a:prstGeom>
            <a:solidFill>
              <a:srgbClr val="FBB84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ssistant"/>
                <a:ea typeface="Assistant"/>
                <a:cs typeface="Assistant"/>
                <a:sym typeface="Assistant"/>
              </a:endParaRPr>
            </a:p>
          </p:txBody>
        </p:sp>
        <p:sp>
          <p:nvSpPr>
            <p:cNvPr id="208" name="Google Shape;208;p20"/>
            <p:cNvSpPr/>
            <p:nvPr/>
          </p:nvSpPr>
          <p:spPr>
            <a:xfrm rot="5400000">
              <a:off x="889500" y="3869600"/>
              <a:ext cx="786900" cy="681900"/>
            </a:xfrm>
            <a:prstGeom prst="hexagon">
              <a:avLst>
                <a:gd fmla="val 25000" name="adj"/>
                <a:gd fmla="val 115470" name="vf"/>
              </a:avLst>
            </a:prstGeom>
            <a:solidFill>
              <a:srgbClr val="5E659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ssistant"/>
                <a:ea typeface="Assistant"/>
                <a:cs typeface="Assistant"/>
                <a:sym typeface="Assistant"/>
              </a:endParaRPr>
            </a:p>
          </p:txBody>
        </p:sp>
        <p:sp>
          <p:nvSpPr>
            <p:cNvPr id="209" name="Google Shape;209;p20"/>
            <p:cNvSpPr/>
            <p:nvPr/>
          </p:nvSpPr>
          <p:spPr>
            <a:xfrm rot="5400000">
              <a:off x="2205120" y="3869600"/>
              <a:ext cx="786900" cy="681900"/>
            </a:xfrm>
            <a:prstGeom prst="hexagon">
              <a:avLst>
                <a:gd fmla="val 25000" name="adj"/>
                <a:gd fmla="val 115470" name="vf"/>
              </a:avLst>
            </a:prstGeom>
            <a:solidFill>
              <a:srgbClr val="5E659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ssistant"/>
                <a:ea typeface="Assistant"/>
                <a:cs typeface="Assistant"/>
                <a:sym typeface="Assistant"/>
              </a:endParaRPr>
            </a:p>
          </p:txBody>
        </p:sp>
        <p:cxnSp>
          <p:nvCxnSpPr>
            <p:cNvPr id="210" name="Google Shape;210;p20"/>
            <p:cNvCxnSpPr>
              <a:stCxn id="207" idx="3"/>
              <a:endCxn id="208" idx="3"/>
            </p:cNvCxnSpPr>
            <p:nvPr/>
          </p:nvCxnSpPr>
          <p:spPr>
            <a:xfrm rot="5400000">
              <a:off x="1150320" y="3002597"/>
              <a:ext cx="947100" cy="681900"/>
            </a:xfrm>
            <a:prstGeom prst="bentConnector3">
              <a:avLst>
                <a:gd fmla="val 50000" name="adj1"/>
              </a:avLst>
            </a:prstGeom>
            <a:noFill/>
            <a:ln cap="flat" cmpd="sng" w="19050">
              <a:solidFill>
                <a:srgbClr val="FFFFFF"/>
              </a:solidFill>
              <a:prstDash val="solid"/>
              <a:round/>
              <a:headEnd len="med" w="med" type="none"/>
              <a:tailEnd len="med" w="med" type="none"/>
            </a:ln>
          </p:spPr>
        </p:cxnSp>
        <p:cxnSp>
          <p:nvCxnSpPr>
            <p:cNvPr id="211" name="Google Shape;211;p20"/>
            <p:cNvCxnSpPr>
              <a:stCxn id="207" idx="3"/>
              <a:endCxn id="209" idx="3"/>
            </p:cNvCxnSpPr>
            <p:nvPr/>
          </p:nvCxnSpPr>
          <p:spPr>
            <a:xfrm flipH="1" rot="-5400000">
              <a:off x="1808070" y="3026747"/>
              <a:ext cx="947100" cy="633600"/>
            </a:xfrm>
            <a:prstGeom prst="bentConnector3">
              <a:avLst>
                <a:gd fmla="val 50000" name="adj1"/>
              </a:avLst>
            </a:prstGeom>
            <a:noFill/>
            <a:ln cap="flat" cmpd="sng" w="19050">
              <a:solidFill>
                <a:srgbClr val="FFFFFF"/>
              </a:solidFill>
              <a:prstDash val="solid"/>
              <a:round/>
              <a:headEnd len="med" w="med" type="none"/>
              <a:tailEnd len="med" w="med" type="none"/>
            </a:ln>
          </p:spPr>
        </p:cxnSp>
        <p:sp>
          <p:nvSpPr>
            <p:cNvPr id="212" name="Google Shape;212;p20"/>
            <p:cNvSpPr/>
            <p:nvPr/>
          </p:nvSpPr>
          <p:spPr>
            <a:xfrm rot="5400000">
              <a:off x="889500" y="3869600"/>
              <a:ext cx="786900" cy="681900"/>
            </a:xfrm>
            <a:prstGeom prst="hexagon">
              <a:avLst>
                <a:gd fmla="val 25000" name="adj"/>
                <a:gd fmla="val 115470" name="vf"/>
              </a:avLst>
            </a:prstGeom>
            <a:solidFill>
              <a:srgbClr val="FBB84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ssistant"/>
                <a:ea typeface="Assistant"/>
                <a:cs typeface="Assistant"/>
                <a:sym typeface="Assistant"/>
              </a:endParaRPr>
            </a:p>
          </p:txBody>
        </p:sp>
        <p:sp>
          <p:nvSpPr>
            <p:cNvPr id="213" name="Google Shape;213;p20"/>
            <p:cNvSpPr/>
            <p:nvPr/>
          </p:nvSpPr>
          <p:spPr>
            <a:xfrm rot="5400000">
              <a:off x="2205120" y="3869600"/>
              <a:ext cx="786900" cy="681900"/>
            </a:xfrm>
            <a:prstGeom prst="hexagon">
              <a:avLst>
                <a:gd fmla="val 25000" name="adj"/>
                <a:gd fmla="val 115470" name="vf"/>
              </a:avLst>
            </a:prstGeom>
            <a:solidFill>
              <a:srgbClr val="FBB84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ssistant"/>
                <a:ea typeface="Assistant"/>
                <a:cs typeface="Assistant"/>
                <a:sym typeface="Assistant"/>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1"/>
          <p:cNvSpPr/>
          <p:nvPr/>
        </p:nvSpPr>
        <p:spPr>
          <a:xfrm>
            <a:off x="150" y="0"/>
            <a:ext cx="9144000" cy="658800"/>
          </a:xfrm>
          <a:prstGeom prst="rect">
            <a:avLst/>
          </a:prstGeom>
          <a:solidFill>
            <a:srgbClr val="2B1958"/>
          </a:solidFill>
          <a:ln cap="flat" cmpd="sng" w="9525">
            <a:solidFill>
              <a:srgbClr val="45818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21"/>
          <p:cNvSpPr txBox="1"/>
          <p:nvPr>
            <p:ph type="title"/>
          </p:nvPr>
        </p:nvSpPr>
        <p:spPr>
          <a:xfrm>
            <a:off x="675850" y="49375"/>
            <a:ext cx="8142600" cy="55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b="1" lang="en">
                <a:solidFill>
                  <a:schemeClr val="lt1"/>
                </a:solidFill>
                <a:latin typeface="Roboto"/>
                <a:ea typeface="Roboto"/>
                <a:cs typeface="Roboto"/>
                <a:sym typeface="Roboto"/>
              </a:rPr>
              <a:t>Results and Performance</a:t>
            </a:r>
            <a:endParaRPr b="1">
              <a:solidFill>
                <a:schemeClr val="lt1"/>
              </a:solidFill>
              <a:latin typeface="Roboto"/>
              <a:ea typeface="Roboto"/>
              <a:cs typeface="Roboto"/>
              <a:sym typeface="Roboto"/>
            </a:endParaRPr>
          </a:p>
        </p:txBody>
      </p:sp>
      <p:pic>
        <p:nvPicPr>
          <p:cNvPr id="220" name="Google Shape;220;p21"/>
          <p:cNvPicPr preferRelativeResize="0"/>
          <p:nvPr/>
        </p:nvPicPr>
        <p:blipFill rotWithShape="1">
          <a:blip r:embed="rId3">
            <a:alphaModFix/>
          </a:blip>
          <a:srcRect b="40878" l="0" r="54319" t="13202"/>
          <a:stretch/>
        </p:blipFill>
        <p:spPr>
          <a:xfrm>
            <a:off x="255699" y="200178"/>
            <a:ext cx="312474" cy="314127"/>
          </a:xfrm>
          <a:prstGeom prst="rect">
            <a:avLst/>
          </a:prstGeom>
          <a:noFill/>
          <a:ln>
            <a:noFill/>
          </a:ln>
        </p:spPr>
      </p:pic>
      <p:pic>
        <p:nvPicPr>
          <p:cNvPr id="221" name="Google Shape;221;p21"/>
          <p:cNvPicPr preferRelativeResize="0"/>
          <p:nvPr/>
        </p:nvPicPr>
        <p:blipFill rotWithShape="1">
          <a:blip r:embed="rId4">
            <a:alphaModFix/>
          </a:blip>
          <a:srcRect b="0" l="0" r="0" t="16269"/>
          <a:stretch/>
        </p:blipFill>
        <p:spPr>
          <a:xfrm>
            <a:off x="152400" y="799874"/>
            <a:ext cx="8839199" cy="3078975"/>
          </a:xfrm>
          <a:prstGeom prst="rect">
            <a:avLst/>
          </a:prstGeom>
          <a:noFill/>
          <a:ln>
            <a:noFill/>
          </a:ln>
        </p:spPr>
      </p:pic>
      <p:pic>
        <p:nvPicPr>
          <p:cNvPr id="222" name="Google Shape;222;p21"/>
          <p:cNvPicPr preferRelativeResize="0"/>
          <p:nvPr/>
        </p:nvPicPr>
        <p:blipFill>
          <a:blip r:embed="rId5">
            <a:alphaModFix/>
          </a:blip>
          <a:stretch>
            <a:fillRect/>
          </a:stretch>
        </p:blipFill>
        <p:spPr>
          <a:xfrm>
            <a:off x="2751150" y="3604350"/>
            <a:ext cx="3977199" cy="13671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1E1735"/>
            </a:gs>
            <a:gs pos="100000">
              <a:srgbClr val="443273"/>
            </a:gs>
          </a:gsLst>
          <a:lin ang="13500032" scaled="0"/>
        </a:gradFill>
      </p:bgPr>
    </p:bg>
    <p:spTree>
      <p:nvGrpSpPr>
        <p:cNvPr id="226" name="Shape 226"/>
        <p:cNvGrpSpPr/>
        <p:nvPr/>
      </p:nvGrpSpPr>
      <p:grpSpPr>
        <a:xfrm>
          <a:off x="0" y="0"/>
          <a:ext cx="0" cy="0"/>
          <a:chOff x="0" y="0"/>
          <a:chExt cx="0" cy="0"/>
        </a:xfrm>
      </p:grpSpPr>
      <p:sp>
        <p:nvSpPr>
          <p:cNvPr id="227" name="Google Shape;227;p22"/>
          <p:cNvSpPr txBox="1"/>
          <p:nvPr>
            <p:ph type="ctrTitle"/>
          </p:nvPr>
        </p:nvSpPr>
        <p:spPr>
          <a:xfrm>
            <a:off x="311700" y="1000350"/>
            <a:ext cx="8309100" cy="2001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1100"/>
              <a:buNone/>
            </a:pPr>
            <a:r>
              <a:rPr lang="en" sz="3500">
                <a:solidFill>
                  <a:srgbClr val="00BACC"/>
                </a:solidFill>
                <a:latin typeface="Roboto"/>
                <a:ea typeface="Roboto"/>
                <a:cs typeface="Roboto"/>
                <a:sym typeface="Roboto"/>
              </a:rPr>
              <a:t>Thankyou!</a:t>
            </a:r>
            <a:endParaRPr sz="3500">
              <a:solidFill>
                <a:srgbClr val="00BACC"/>
              </a:solidFill>
              <a:latin typeface="Roboto"/>
              <a:ea typeface="Roboto"/>
              <a:cs typeface="Roboto"/>
              <a:sym typeface="Roboto"/>
            </a:endParaRPr>
          </a:p>
          <a:p>
            <a:pPr indent="0" lvl="0" marL="0" rtl="0" algn="ctr">
              <a:spcBef>
                <a:spcPts val="0"/>
              </a:spcBef>
              <a:spcAft>
                <a:spcPts val="0"/>
              </a:spcAft>
              <a:buSzPts val="990"/>
              <a:buNone/>
            </a:pPr>
            <a:r>
              <a:t/>
            </a:r>
            <a:endParaRPr sz="2500">
              <a:solidFill>
                <a:schemeClr val="lt1"/>
              </a:solidFill>
              <a:latin typeface="Roboto"/>
              <a:ea typeface="Roboto"/>
              <a:cs typeface="Roboto"/>
              <a:sym typeface="Roboto"/>
            </a:endParaRPr>
          </a:p>
        </p:txBody>
      </p:sp>
      <p:sp>
        <p:nvSpPr>
          <p:cNvPr id="228" name="Google Shape;228;p22"/>
          <p:cNvSpPr txBox="1"/>
          <p:nvPr>
            <p:ph idx="1" type="subTitle"/>
          </p:nvPr>
        </p:nvSpPr>
        <p:spPr>
          <a:xfrm>
            <a:off x="-145500" y="3394691"/>
            <a:ext cx="8520600" cy="1037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605"/>
              <a:buFont typeface="Arial"/>
              <a:buNone/>
            </a:pPr>
            <a:r>
              <a:rPr lang="en" sz="2040">
                <a:solidFill>
                  <a:srgbClr val="00BACC"/>
                </a:solidFill>
                <a:latin typeface="Oswald"/>
                <a:ea typeface="Oswald"/>
                <a:cs typeface="Oswald"/>
                <a:sym typeface="Oswald"/>
              </a:rPr>
              <a:t>	Ryan Nguyen	|	Hayat Awais Malik 	   |	Gia Hagos</a:t>
            </a:r>
            <a:endParaRPr sz="2040">
              <a:solidFill>
                <a:srgbClr val="00BACC"/>
              </a:solidFill>
              <a:latin typeface="Oswald"/>
              <a:ea typeface="Oswald"/>
              <a:cs typeface="Oswald"/>
              <a:sym typeface="Oswald"/>
            </a:endParaRPr>
          </a:p>
          <a:p>
            <a:pPr indent="0" lvl="0" marL="0" rtl="0" algn="ctr">
              <a:spcBef>
                <a:spcPts val="0"/>
              </a:spcBef>
              <a:spcAft>
                <a:spcPts val="0"/>
              </a:spcAft>
              <a:buClr>
                <a:schemeClr val="dk1"/>
              </a:buClr>
              <a:buSzPts val="605"/>
              <a:buFont typeface="Arial"/>
              <a:buNone/>
            </a:pPr>
            <a:r>
              <a:rPr lang="en" sz="1840">
                <a:solidFill>
                  <a:schemeClr val="lt1"/>
                </a:solidFill>
                <a:latin typeface="Oswald"/>
                <a:ea typeface="Oswald"/>
                <a:cs typeface="Oswald"/>
                <a:sym typeface="Oswald"/>
              </a:rPr>
              <a:t>            </a:t>
            </a:r>
            <a:endParaRPr sz="1840">
              <a:solidFill>
                <a:schemeClr val="lt1"/>
              </a:solidFill>
              <a:latin typeface="Oswald"/>
              <a:ea typeface="Oswald"/>
              <a:cs typeface="Oswald"/>
              <a:sym typeface="Oswald"/>
            </a:endParaRPr>
          </a:p>
          <a:p>
            <a:pPr indent="457200" lvl="0" marL="2743200" rtl="0" algn="l">
              <a:spcBef>
                <a:spcPts val="0"/>
              </a:spcBef>
              <a:spcAft>
                <a:spcPts val="0"/>
              </a:spcAft>
              <a:buClr>
                <a:schemeClr val="dk1"/>
              </a:buClr>
              <a:buSzPts val="605"/>
              <a:buFont typeface="Arial"/>
              <a:buNone/>
            </a:pPr>
            <a:r>
              <a:rPr lang="en" sz="1840">
                <a:solidFill>
                  <a:schemeClr val="lt1"/>
                </a:solidFill>
                <a:latin typeface="Oswald ExtraLight"/>
                <a:ea typeface="Oswald ExtraLight"/>
                <a:cs typeface="Oswald ExtraLight"/>
                <a:sym typeface="Oswald ExtraLight"/>
              </a:rPr>
              <a:t>      BME230A Final Presentation</a:t>
            </a:r>
            <a:endParaRPr sz="1840">
              <a:solidFill>
                <a:schemeClr val="lt1"/>
              </a:solidFill>
              <a:latin typeface="Oswald ExtraLight"/>
              <a:ea typeface="Oswald ExtraLight"/>
              <a:cs typeface="Oswald ExtraLight"/>
              <a:sym typeface="Oswald ExtraLight"/>
            </a:endParaRPr>
          </a:p>
        </p:txBody>
      </p:sp>
      <p:pic>
        <p:nvPicPr>
          <p:cNvPr id="229" name="Google Shape;229;p22"/>
          <p:cNvPicPr preferRelativeResize="0"/>
          <p:nvPr/>
        </p:nvPicPr>
        <p:blipFill>
          <a:blip r:embed="rId3">
            <a:alphaModFix/>
          </a:blip>
          <a:stretch>
            <a:fillRect/>
          </a:stretch>
        </p:blipFill>
        <p:spPr>
          <a:xfrm rot="1062775">
            <a:off x="-331104" y="3683375"/>
            <a:ext cx="2005850" cy="1666200"/>
          </a:xfrm>
          <a:prstGeom prst="rect">
            <a:avLst/>
          </a:prstGeom>
          <a:noFill/>
          <a:ln>
            <a:noFill/>
          </a:ln>
        </p:spPr>
      </p:pic>
      <p:pic>
        <p:nvPicPr>
          <p:cNvPr id="230" name="Google Shape;230;p22"/>
          <p:cNvPicPr preferRelativeResize="0"/>
          <p:nvPr/>
        </p:nvPicPr>
        <p:blipFill>
          <a:blip r:embed="rId4">
            <a:alphaModFix/>
          </a:blip>
          <a:stretch>
            <a:fillRect/>
          </a:stretch>
        </p:blipFill>
        <p:spPr>
          <a:xfrm>
            <a:off x="7732814" y="3761700"/>
            <a:ext cx="1411176" cy="1381800"/>
          </a:xfrm>
          <a:prstGeom prst="rect">
            <a:avLst/>
          </a:prstGeom>
          <a:noFill/>
          <a:ln>
            <a:noFill/>
          </a:ln>
        </p:spPr>
      </p:pic>
      <p:pic>
        <p:nvPicPr>
          <p:cNvPr id="231" name="Google Shape;231;p22"/>
          <p:cNvPicPr preferRelativeResize="0"/>
          <p:nvPr/>
        </p:nvPicPr>
        <p:blipFill rotWithShape="1">
          <a:blip r:embed="rId5">
            <a:alphaModFix/>
          </a:blip>
          <a:srcRect b="40878" l="0" r="54319" t="13202"/>
          <a:stretch/>
        </p:blipFill>
        <p:spPr>
          <a:xfrm>
            <a:off x="7661275" y="4257199"/>
            <a:ext cx="97500" cy="135250"/>
          </a:xfrm>
          <a:prstGeom prst="rect">
            <a:avLst/>
          </a:prstGeom>
          <a:noFill/>
          <a:ln>
            <a:noFill/>
          </a:ln>
        </p:spPr>
      </p:pic>
      <p:pic>
        <p:nvPicPr>
          <p:cNvPr id="232" name="Google Shape;232;p22"/>
          <p:cNvPicPr preferRelativeResize="0"/>
          <p:nvPr/>
        </p:nvPicPr>
        <p:blipFill rotWithShape="1">
          <a:blip r:embed="rId5">
            <a:alphaModFix/>
          </a:blip>
          <a:srcRect b="40878" l="0" r="54319" t="13202"/>
          <a:stretch/>
        </p:blipFill>
        <p:spPr>
          <a:xfrm>
            <a:off x="8882901" y="3545949"/>
            <a:ext cx="170102" cy="170998"/>
          </a:xfrm>
          <a:prstGeom prst="rect">
            <a:avLst/>
          </a:prstGeom>
          <a:noFill/>
          <a:ln>
            <a:noFill/>
          </a:ln>
        </p:spPr>
      </p:pic>
      <p:sp>
        <p:nvSpPr>
          <p:cNvPr id="233" name="Google Shape;233;p22"/>
          <p:cNvSpPr txBox="1"/>
          <p:nvPr>
            <p:ph type="ctrTitle"/>
          </p:nvPr>
        </p:nvSpPr>
        <p:spPr>
          <a:xfrm>
            <a:off x="341250" y="-267000"/>
            <a:ext cx="8309100" cy="2001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1100"/>
              <a:buNone/>
            </a:pPr>
            <a:r>
              <a:rPr b="1" lang="en" sz="3500">
                <a:solidFill>
                  <a:schemeClr val="lt1"/>
                </a:solidFill>
                <a:latin typeface="Roboto"/>
                <a:ea typeface="Roboto"/>
                <a:cs typeface="Roboto"/>
                <a:sym typeface="Roboto"/>
              </a:rPr>
              <a:t>Questions?</a:t>
            </a:r>
            <a:endParaRPr b="1" sz="3500">
              <a:solidFill>
                <a:schemeClr val="lt1"/>
              </a:solidFill>
              <a:latin typeface="Roboto"/>
              <a:ea typeface="Roboto"/>
              <a:cs typeface="Roboto"/>
              <a:sym typeface="Roboto"/>
            </a:endParaRPr>
          </a:p>
          <a:p>
            <a:pPr indent="0" lvl="0" marL="0" rtl="0" algn="ctr">
              <a:spcBef>
                <a:spcPts val="0"/>
              </a:spcBef>
              <a:spcAft>
                <a:spcPts val="0"/>
              </a:spcAft>
              <a:buSzPts val="990"/>
              <a:buNone/>
            </a:pPr>
            <a:r>
              <a:t/>
            </a:r>
            <a:endParaRPr sz="2500">
              <a:solidFill>
                <a:schemeClr val="lt1"/>
              </a:solidFill>
              <a:latin typeface="Roboto"/>
              <a:ea typeface="Roboto"/>
              <a:cs typeface="Roboto"/>
              <a:sym typeface="Roboto"/>
            </a:endParaRPr>
          </a:p>
        </p:txBody>
      </p:sp>
      <p:pic>
        <p:nvPicPr>
          <p:cNvPr id="234" name="Google Shape;234;p22"/>
          <p:cNvPicPr preferRelativeResize="0"/>
          <p:nvPr/>
        </p:nvPicPr>
        <p:blipFill rotWithShape="1">
          <a:blip r:embed="rId5">
            <a:alphaModFix/>
          </a:blip>
          <a:srcRect b="40878" l="0" r="54319" t="13202"/>
          <a:stretch/>
        </p:blipFill>
        <p:spPr>
          <a:xfrm>
            <a:off x="5603726" y="2326449"/>
            <a:ext cx="170102" cy="170998"/>
          </a:xfrm>
          <a:prstGeom prst="rect">
            <a:avLst/>
          </a:prstGeom>
          <a:noFill/>
          <a:ln>
            <a:noFill/>
          </a:ln>
        </p:spPr>
      </p:pic>
      <p:pic>
        <p:nvPicPr>
          <p:cNvPr id="235" name="Google Shape;235;p22"/>
          <p:cNvPicPr preferRelativeResize="0"/>
          <p:nvPr/>
        </p:nvPicPr>
        <p:blipFill rotWithShape="1">
          <a:blip r:embed="rId5">
            <a:alphaModFix/>
          </a:blip>
          <a:srcRect b="40878" l="0" r="54319" t="13202"/>
          <a:stretch/>
        </p:blipFill>
        <p:spPr>
          <a:xfrm>
            <a:off x="3073951" y="1864299"/>
            <a:ext cx="170102" cy="170998"/>
          </a:xfrm>
          <a:prstGeom prst="rect">
            <a:avLst/>
          </a:prstGeom>
          <a:noFill/>
          <a:ln>
            <a:noFill/>
          </a:ln>
        </p:spPr>
      </p:pic>
      <p:pic>
        <p:nvPicPr>
          <p:cNvPr id="236" name="Google Shape;236;p22"/>
          <p:cNvPicPr preferRelativeResize="0"/>
          <p:nvPr/>
        </p:nvPicPr>
        <p:blipFill rotWithShape="1">
          <a:blip r:embed="rId5">
            <a:alphaModFix/>
          </a:blip>
          <a:srcRect b="40878" l="0" r="54319" t="13202"/>
          <a:stretch/>
        </p:blipFill>
        <p:spPr>
          <a:xfrm>
            <a:off x="5677126" y="647999"/>
            <a:ext cx="170102" cy="17099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